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C24C-97B9-FC48-FB8C-F9476FB76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A8789-9C21-F7EC-1EEC-31A3A459D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1A4A7-DC17-D872-1CC8-8A08DD31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C0FAA-84BB-D25E-787F-1AF1CA22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05FB8-F630-29A1-9903-7EC13D8E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001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0143-A24F-50EB-CB79-26FB58C5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431FD-C341-2D96-1B04-B812F5AFB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B4E2B-2D3B-D01B-B8C2-C5AEE7E1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AA87-BE7C-0C22-745D-976DE225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AE35F-4B75-F5E0-68BD-7EC6D2C4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267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B750-D5D2-F0AB-2B50-3A0927F7D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36BA2-A566-5455-9AEA-CC352BBEB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B3F09-63A7-AD8A-FBBF-FBB54FD26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C3BE5-384C-983D-7CDB-EBA0E1CD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358CC-E1A9-87E2-9DFA-6BC38CC5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041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33C8-E327-E6BD-C689-23A4C8AB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BA104-52E4-325B-D748-749C866E1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8DF3B-8A81-7E9A-D7BF-9F4D4901E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13881-B18C-31B0-033B-6A0952E3D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341ED-D3BF-C01F-759E-DABD52C1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D4809-FDD5-E28F-68F0-3FEA1884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061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3418E-F06B-FF84-CB9C-8F7B9B995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7172E-1AB6-8695-333B-E7404EEB9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1402D-2439-5DEB-6AB2-FF0E5FE07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3427B-1371-98D8-5FDD-25E5D9DB0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E8F4D-8F77-556B-8DF5-B9120B4F9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2ADD4B-8AA9-EAEA-EB61-CA01B7252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17914-CC1F-CC42-5D4D-FB2EF026C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E61E0-4697-6936-0311-D715E8A7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063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1100-737F-CE3E-1546-D2980D14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457CB0-B2B4-3C54-6404-C121E3959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7216D-36DF-C835-7FDC-7A532CDA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34338-6487-1342-28EB-B68C44C3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655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107996-0192-6DD9-F8F1-7760DEAE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8B6E1F-208A-F9D9-99D6-B7D3B0E17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0D200-0A7D-274C-793A-2A889BA92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841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D200-2A98-8E72-D97B-5E0BE1B9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9CA6-B60B-0285-8A55-349783C86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AF31E-6308-E1B7-FBD2-EB3123746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89FC4-641D-D7E4-52A6-8DB7A566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02CA4-B795-DDC7-BE13-08336A36E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FDABE-942E-B8D0-2FEE-CCFB85E0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7566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1C55-D001-FE50-F25F-55F59CB8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964DE-1D35-DB9B-A24E-E1B493E59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11594-C9DA-9162-6DF4-745465C58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5F352-DEB0-F51B-26EA-E7633EF6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69FC7-7A7E-9611-EA2D-87EFB7CB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728AB-6C32-04D7-9578-A804CC87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171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5D46-44EC-8CA4-F09C-72E91B9D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310D7-AD5C-DEBA-2238-09E96A05F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74FD2-96B1-95C9-CECD-1F5ED7EF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0B4C4-C5FA-9E2D-D266-83D127882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965FD-2C85-7E36-6090-AD3F1604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3966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5C460-43B3-3DB2-143B-76D5AEA04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AF2BB-A7E2-198C-F38D-766A79520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0284A-C84E-3307-7B54-18CC76798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68996-A060-D150-A996-65512A811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0C89F-A674-37A3-131A-49B610F9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794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E9E8DD-377A-59AD-7F00-F6B5D069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88BC4-DC0A-3524-5519-9CF41475F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FBD42-132D-4574-5360-4B7E05F5D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4A466-5610-4CF2-AE9D-428DA30A45BE}" type="datetimeFigureOut">
              <a:rPr lang="en-SG" smtClean="0"/>
              <a:t>17/2/2026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79CE3-4A29-FDFC-DB05-FF202B4EC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7862E-C97C-6E9C-57F5-B792BB752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75A045-B941-4F8A-BA12-E29F363517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141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38A49A8-61A3-C9F1-EF14-3579F6B548FE}"/>
              </a:ext>
            </a:extLst>
          </p:cNvPr>
          <p:cNvGrpSpPr/>
          <p:nvPr/>
        </p:nvGrpSpPr>
        <p:grpSpPr>
          <a:xfrm>
            <a:off x="913465" y="1533836"/>
            <a:ext cx="1260000" cy="900000"/>
            <a:chOff x="3074504" y="1020417"/>
            <a:chExt cx="1260000" cy="4679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25686AF-76BA-56E9-DAE5-89BA0521A67A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906B1C-0C52-A2B5-F78A-FA5C9EA5BE37}"/>
                </a:ext>
              </a:extLst>
            </p:cNvPr>
            <p:cNvSpPr txBox="1"/>
            <p:nvPr/>
          </p:nvSpPr>
          <p:spPr>
            <a:xfrm>
              <a:off x="3387777" y="1151004"/>
              <a:ext cx="63350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Team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C87AAEB-AC77-3C8D-EC88-C9ACFDA356DB}"/>
              </a:ext>
            </a:extLst>
          </p:cNvPr>
          <p:cNvGrpSpPr/>
          <p:nvPr/>
        </p:nvGrpSpPr>
        <p:grpSpPr>
          <a:xfrm>
            <a:off x="913465" y="4517040"/>
            <a:ext cx="1260000" cy="900000"/>
            <a:chOff x="3074504" y="1020417"/>
            <a:chExt cx="1260000" cy="46799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C66684-77B9-E450-737B-F6BB13E5C440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18105F-10C5-06B2-CBDB-5AF36C398729}"/>
                </a:ext>
              </a:extLst>
            </p:cNvPr>
            <p:cNvSpPr txBox="1"/>
            <p:nvPr/>
          </p:nvSpPr>
          <p:spPr>
            <a:xfrm>
              <a:off x="3219464" y="1151004"/>
              <a:ext cx="970137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Country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7A7E49-338F-1D56-F968-18934A05E1B1}"/>
              </a:ext>
            </a:extLst>
          </p:cNvPr>
          <p:cNvGrpSpPr/>
          <p:nvPr/>
        </p:nvGrpSpPr>
        <p:grpSpPr>
          <a:xfrm>
            <a:off x="7683714" y="3069633"/>
            <a:ext cx="1260000" cy="900000"/>
            <a:chOff x="3074504" y="1020417"/>
            <a:chExt cx="1260000" cy="46799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7885A3-79B7-B25A-0FBC-F166BCB95343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9D8C8C-3D4F-152E-D1B5-9B76715F8672}"/>
                </a:ext>
              </a:extLst>
            </p:cNvPr>
            <p:cNvSpPr txBox="1"/>
            <p:nvPr/>
          </p:nvSpPr>
          <p:spPr>
            <a:xfrm>
              <a:off x="3331674" y="1151004"/>
              <a:ext cx="74571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Stage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9083DD-D34C-7C34-B250-03F84A53DDB5}"/>
              </a:ext>
            </a:extLst>
          </p:cNvPr>
          <p:cNvGrpSpPr/>
          <p:nvPr/>
        </p:nvGrpSpPr>
        <p:grpSpPr>
          <a:xfrm>
            <a:off x="3535571" y="3073734"/>
            <a:ext cx="1260000" cy="900000"/>
            <a:chOff x="3074504" y="1020417"/>
            <a:chExt cx="1260000" cy="46799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53CE14-6082-2EF6-1807-50E614F91F5B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EF3C7D6-1CBE-F602-6985-118C4445E145}"/>
                </a:ext>
              </a:extLst>
            </p:cNvPr>
            <p:cNvSpPr txBox="1"/>
            <p:nvPr/>
          </p:nvSpPr>
          <p:spPr>
            <a:xfrm>
              <a:off x="3331674" y="1151004"/>
              <a:ext cx="74571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Rider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E9CEA56-B822-B49D-07DE-2674A7BCE6C8}"/>
              </a:ext>
            </a:extLst>
          </p:cNvPr>
          <p:cNvGrpSpPr/>
          <p:nvPr/>
        </p:nvGrpSpPr>
        <p:grpSpPr>
          <a:xfrm>
            <a:off x="10273798" y="1408019"/>
            <a:ext cx="1306769" cy="900000"/>
            <a:chOff x="3051150" y="1020417"/>
            <a:chExt cx="1306769" cy="46799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8070424-6B25-70F6-9A45-93A6CFC9A5A1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5AC1139-94C1-FD91-DE00-80121CF90848}"/>
                </a:ext>
              </a:extLst>
            </p:cNvPr>
            <p:cNvSpPr txBox="1"/>
            <p:nvPr/>
          </p:nvSpPr>
          <p:spPr>
            <a:xfrm>
              <a:off x="3051150" y="1151004"/>
              <a:ext cx="1306769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Stage Type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6AFE6D-DCCE-149B-3F62-3F00C487D032}"/>
              </a:ext>
            </a:extLst>
          </p:cNvPr>
          <p:cNvGrpSpPr/>
          <p:nvPr/>
        </p:nvGrpSpPr>
        <p:grpSpPr>
          <a:xfrm>
            <a:off x="10303263" y="4346399"/>
            <a:ext cx="1260000" cy="900000"/>
            <a:chOff x="3074504" y="1020417"/>
            <a:chExt cx="1260000" cy="4679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734987F-294B-26E9-2D92-FDE0C6A0D5FD}"/>
                </a:ext>
              </a:extLst>
            </p:cNvPr>
            <p:cNvSpPr/>
            <p:nvPr/>
          </p:nvSpPr>
          <p:spPr>
            <a:xfrm>
              <a:off x="3074504" y="1020417"/>
              <a:ext cx="1260000" cy="467999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Arial Narrow" panose="020B060602020203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216B8B-E7CE-CF8A-956E-D1A223FFB47D}"/>
                </a:ext>
              </a:extLst>
            </p:cNvPr>
            <p:cNvSpPr txBox="1"/>
            <p:nvPr/>
          </p:nvSpPr>
          <p:spPr>
            <a:xfrm>
              <a:off x="3163359" y="1151004"/>
              <a:ext cx="108234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SG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Location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D4666CD6-4A85-19D0-485C-D51F796DE801}"/>
              </a:ext>
            </a:extLst>
          </p:cNvPr>
          <p:cNvSpPr/>
          <p:nvPr/>
        </p:nvSpPr>
        <p:spPr>
          <a:xfrm>
            <a:off x="1040596" y="728152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DD02ABF-7883-38D3-10BA-4981CD5726F4}"/>
              </a:ext>
            </a:extLst>
          </p:cNvPr>
          <p:cNvCxnSpPr>
            <a:cxnSpLocks/>
          </p:cNvCxnSpPr>
          <p:nvPr/>
        </p:nvCxnSpPr>
        <p:spPr>
          <a:xfrm flipV="1">
            <a:off x="1148596" y="944154"/>
            <a:ext cx="0" cy="6016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AA98712E-E614-30B1-D7CB-EB0D4DED173F}"/>
              </a:ext>
            </a:extLst>
          </p:cNvPr>
          <p:cNvSpPr/>
          <p:nvPr/>
        </p:nvSpPr>
        <p:spPr>
          <a:xfrm>
            <a:off x="1778596" y="728152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DC81DE9-1FC8-496A-1410-F72961CAE593}"/>
              </a:ext>
            </a:extLst>
          </p:cNvPr>
          <p:cNvCxnSpPr>
            <a:cxnSpLocks/>
          </p:cNvCxnSpPr>
          <p:nvPr/>
        </p:nvCxnSpPr>
        <p:spPr>
          <a:xfrm flipV="1">
            <a:off x="1888530" y="937551"/>
            <a:ext cx="0" cy="596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42022B3-5485-1FD7-73D2-23A6CAC20440}"/>
              </a:ext>
            </a:extLst>
          </p:cNvPr>
          <p:cNvSpPr/>
          <p:nvPr/>
        </p:nvSpPr>
        <p:spPr>
          <a:xfrm>
            <a:off x="973261" y="6013327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3DB8E33-6B19-08F8-DD8F-B2930E856780}"/>
              </a:ext>
            </a:extLst>
          </p:cNvPr>
          <p:cNvCxnSpPr>
            <a:cxnSpLocks/>
          </p:cNvCxnSpPr>
          <p:nvPr/>
        </p:nvCxnSpPr>
        <p:spPr>
          <a:xfrm flipV="1">
            <a:off x="1081261" y="5411667"/>
            <a:ext cx="0" cy="6016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FBD2CF19-A9C9-42A1-D35B-2859A08548A7}"/>
              </a:ext>
            </a:extLst>
          </p:cNvPr>
          <p:cNvSpPr/>
          <p:nvPr/>
        </p:nvSpPr>
        <p:spPr>
          <a:xfrm>
            <a:off x="1920562" y="6013327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8EA2FBF-DB5A-5DF2-EAE5-D7E98C6904DF}"/>
              </a:ext>
            </a:extLst>
          </p:cNvPr>
          <p:cNvCxnSpPr>
            <a:cxnSpLocks/>
          </p:cNvCxnSpPr>
          <p:nvPr/>
        </p:nvCxnSpPr>
        <p:spPr>
          <a:xfrm flipV="1">
            <a:off x="2016750" y="5417042"/>
            <a:ext cx="0" cy="5962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BBFFA5FE-9245-6112-E092-D3B2CBE50303}"/>
              </a:ext>
            </a:extLst>
          </p:cNvPr>
          <p:cNvSpPr/>
          <p:nvPr/>
        </p:nvSpPr>
        <p:spPr>
          <a:xfrm>
            <a:off x="1396546" y="6013327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8522F4D-D444-5A7D-D851-D10B1A8035E3}"/>
              </a:ext>
            </a:extLst>
          </p:cNvPr>
          <p:cNvCxnSpPr>
            <a:cxnSpLocks/>
          </p:cNvCxnSpPr>
          <p:nvPr/>
        </p:nvCxnSpPr>
        <p:spPr>
          <a:xfrm flipV="1">
            <a:off x="1504546" y="5411667"/>
            <a:ext cx="0" cy="6016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7AA72BA9-AE54-458F-DE81-E33D24A24741}"/>
              </a:ext>
            </a:extLst>
          </p:cNvPr>
          <p:cNvSpPr/>
          <p:nvPr/>
        </p:nvSpPr>
        <p:spPr>
          <a:xfrm>
            <a:off x="2847647" y="3106443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7806330-0B2C-4E33-E5F6-D247576473B9}"/>
              </a:ext>
            </a:extLst>
          </p:cNvPr>
          <p:cNvCxnSpPr>
            <a:cxnSpLocks/>
          </p:cNvCxnSpPr>
          <p:nvPr/>
        </p:nvCxnSpPr>
        <p:spPr>
          <a:xfrm>
            <a:off x="8920916" y="3139090"/>
            <a:ext cx="3605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F73F496-BD27-1BB7-7D0A-70FDC057E17A}"/>
              </a:ext>
            </a:extLst>
          </p:cNvPr>
          <p:cNvSpPr txBox="1"/>
          <p:nvPr/>
        </p:nvSpPr>
        <p:spPr>
          <a:xfrm>
            <a:off x="857492" y="430645"/>
            <a:ext cx="58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Name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53128D-43BD-9D24-62B5-0C0F46BA43E8}"/>
              </a:ext>
            </a:extLst>
          </p:cNvPr>
          <p:cNvSpPr txBox="1"/>
          <p:nvPr/>
        </p:nvSpPr>
        <p:spPr>
          <a:xfrm>
            <a:off x="1428163" y="444616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Country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FEA60C-1852-7A80-ECDB-59D3CE7BF3A2}"/>
              </a:ext>
            </a:extLst>
          </p:cNvPr>
          <p:cNvSpPr txBox="1"/>
          <p:nvPr/>
        </p:nvSpPr>
        <p:spPr>
          <a:xfrm>
            <a:off x="2551323" y="2683233"/>
            <a:ext cx="782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Bib number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ED143B-004A-8C70-B783-B18F806C7294}"/>
              </a:ext>
            </a:extLst>
          </p:cNvPr>
          <p:cNvSpPr txBox="1"/>
          <p:nvPr/>
        </p:nvSpPr>
        <p:spPr>
          <a:xfrm>
            <a:off x="2345032" y="3423715"/>
            <a:ext cx="58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Name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587899-7C53-7743-2CFB-C28BFAAE0A43}"/>
              </a:ext>
            </a:extLst>
          </p:cNvPr>
          <p:cNvSpPr txBox="1"/>
          <p:nvPr/>
        </p:nvSpPr>
        <p:spPr>
          <a:xfrm>
            <a:off x="771996" y="6224167"/>
            <a:ext cx="58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IOC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5184CE-2EA1-6A64-2C0B-C9EEE50AD79B}"/>
              </a:ext>
            </a:extLst>
          </p:cNvPr>
          <p:cNvSpPr txBox="1"/>
          <p:nvPr/>
        </p:nvSpPr>
        <p:spPr>
          <a:xfrm>
            <a:off x="1226740" y="6224166"/>
            <a:ext cx="58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Name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117062-1155-096A-99F2-1EF85DAF1CAE}"/>
              </a:ext>
            </a:extLst>
          </p:cNvPr>
          <p:cNvSpPr txBox="1"/>
          <p:nvPr/>
        </p:nvSpPr>
        <p:spPr>
          <a:xfrm>
            <a:off x="1612548" y="6224165"/>
            <a:ext cx="859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Region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66F5A4-B56D-4666-2468-A628A9132137}"/>
              </a:ext>
            </a:extLst>
          </p:cNvPr>
          <p:cNvSpPr txBox="1"/>
          <p:nvPr/>
        </p:nvSpPr>
        <p:spPr>
          <a:xfrm>
            <a:off x="2452475" y="4016276"/>
            <a:ext cx="100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Date of birth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6BA77BB-7948-11B6-CD9A-A7C22BF8A2A3}"/>
              </a:ext>
            </a:extLst>
          </p:cNvPr>
          <p:cNvSpPr/>
          <p:nvPr/>
        </p:nvSpPr>
        <p:spPr>
          <a:xfrm>
            <a:off x="9285445" y="3036924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F9F72D2-F855-1552-DAE3-F3C37E8F9AB9}"/>
              </a:ext>
            </a:extLst>
          </p:cNvPr>
          <p:cNvCxnSpPr>
            <a:cxnSpLocks/>
          </p:cNvCxnSpPr>
          <p:nvPr/>
        </p:nvCxnSpPr>
        <p:spPr>
          <a:xfrm>
            <a:off x="3077111" y="3217083"/>
            <a:ext cx="44374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09B1E957-769E-2FE9-DF97-64BA7F8623B5}"/>
              </a:ext>
            </a:extLst>
          </p:cNvPr>
          <p:cNvSpPr/>
          <p:nvPr/>
        </p:nvSpPr>
        <p:spPr>
          <a:xfrm>
            <a:off x="9306097" y="3706827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1E449E5-394D-D276-EDF0-6F29F5B52B9E}"/>
              </a:ext>
            </a:extLst>
          </p:cNvPr>
          <p:cNvSpPr txBox="1"/>
          <p:nvPr/>
        </p:nvSpPr>
        <p:spPr>
          <a:xfrm>
            <a:off x="9083712" y="2766175"/>
            <a:ext cx="58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Day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62E705-E360-3B89-B5E6-0A3FBBF9D27C}"/>
              </a:ext>
            </a:extLst>
          </p:cNvPr>
          <p:cNvSpPr txBox="1"/>
          <p:nvPr/>
        </p:nvSpPr>
        <p:spPr>
          <a:xfrm>
            <a:off x="9019148" y="3893920"/>
            <a:ext cx="859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Length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EA92793-BA1B-F7E2-CA8D-B5B4EF68CB96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10927152" y="773513"/>
            <a:ext cx="10904" cy="6345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D6238365-60DD-59AA-9304-A0A0057D8406}"/>
              </a:ext>
            </a:extLst>
          </p:cNvPr>
          <p:cNvSpPr/>
          <p:nvPr/>
        </p:nvSpPr>
        <p:spPr>
          <a:xfrm>
            <a:off x="10830056" y="601174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48B782-7FF7-250F-8E13-C69CF7F6350E}"/>
              </a:ext>
            </a:extLst>
          </p:cNvPr>
          <p:cNvSpPr txBox="1"/>
          <p:nvPr/>
        </p:nvSpPr>
        <p:spPr>
          <a:xfrm>
            <a:off x="10513461" y="290860"/>
            <a:ext cx="84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Type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2649528-66F5-C8AB-1143-9D54D592D440}"/>
              </a:ext>
            </a:extLst>
          </p:cNvPr>
          <p:cNvSpPr/>
          <p:nvPr/>
        </p:nvSpPr>
        <p:spPr>
          <a:xfrm>
            <a:off x="10812411" y="5809635"/>
            <a:ext cx="216000" cy="2160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8FEDEA-CFFB-BB87-DAAE-69740A2344E8}"/>
              </a:ext>
            </a:extLst>
          </p:cNvPr>
          <p:cNvSpPr txBox="1"/>
          <p:nvPr/>
        </p:nvSpPr>
        <p:spPr>
          <a:xfrm>
            <a:off x="10513459" y="6034010"/>
            <a:ext cx="782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Name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9BFC17F-2676-D895-6FAE-B61B01312819}"/>
              </a:ext>
            </a:extLst>
          </p:cNvPr>
          <p:cNvCxnSpPr>
            <a:cxnSpLocks/>
          </p:cNvCxnSpPr>
          <p:nvPr/>
        </p:nvCxnSpPr>
        <p:spPr>
          <a:xfrm flipV="1">
            <a:off x="10888624" y="5234326"/>
            <a:ext cx="0" cy="6016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1FB3B25-4E0E-6261-33EA-654DC1BE2DA4}"/>
              </a:ext>
            </a:extLst>
          </p:cNvPr>
          <p:cNvGrpSpPr/>
          <p:nvPr/>
        </p:nvGrpSpPr>
        <p:grpSpPr>
          <a:xfrm>
            <a:off x="5182523" y="2218082"/>
            <a:ext cx="1800000" cy="900000"/>
            <a:chOff x="3074504" y="1020417"/>
            <a:chExt cx="1260000" cy="468000"/>
          </a:xfrm>
        </p:grpSpPr>
        <p:sp>
          <p:nvSpPr>
            <p:cNvPr id="83" name="Diamond 82">
              <a:extLst>
                <a:ext uri="{FF2B5EF4-FFF2-40B4-BE49-F238E27FC236}">
                  <a16:creationId xmlns:a16="http://schemas.microsoft.com/office/drawing/2014/main" id="{BA0AFF5B-39D0-B424-272B-0634790072B3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3A9C5EE-688D-CD7E-BA93-A38B4B399B30}"/>
                </a:ext>
              </a:extLst>
            </p:cNvPr>
            <p:cNvSpPr txBox="1"/>
            <p:nvPr/>
          </p:nvSpPr>
          <p:spPr>
            <a:xfrm>
              <a:off x="3404248" y="1163645"/>
              <a:ext cx="600550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Result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C96391C-A0E1-D687-181E-052F3CE8A362}"/>
              </a:ext>
            </a:extLst>
          </p:cNvPr>
          <p:cNvGrpSpPr/>
          <p:nvPr/>
        </p:nvGrpSpPr>
        <p:grpSpPr>
          <a:xfrm>
            <a:off x="617845" y="2979000"/>
            <a:ext cx="1800000" cy="900000"/>
            <a:chOff x="3074504" y="1020417"/>
            <a:chExt cx="1260000" cy="468000"/>
          </a:xfrm>
        </p:grpSpPr>
        <p:sp>
          <p:nvSpPr>
            <p:cNvPr id="87" name="Diamond 86">
              <a:extLst>
                <a:ext uri="{FF2B5EF4-FFF2-40B4-BE49-F238E27FC236}">
                  <a16:creationId xmlns:a16="http://schemas.microsoft.com/office/drawing/2014/main" id="{20B81CCF-66C6-92EC-76E8-0ECD9BCCD74C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27F32C8-223D-DD08-80AF-9A424C464DDE}"/>
                </a:ext>
              </a:extLst>
            </p:cNvPr>
            <p:cNvSpPr txBox="1"/>
            <p:nvPr/>
          </p:nvSpPr>
          <p:spPr>
            <a:xfrm>
              <a:off x="3247160" y="1163645"/>
              <a:ext cx="91473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belongs to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76BE806-71B9-742D-B186-B0D4B9720A7A}"/>
              </a:ext>
            </a:extLst>
          </p:cNvPr>
          <p:cNvGrpSpPr/>
          <p:nvPr/>
        </p:nvGrpSpPr>
        <p:grpSpPr>
          <a:xfrm>
            <a:off x="3199063" y="1493390"/>
            <a:ext cx="1800000" cy="900000"/>
            <a:chOff x="3074504" y="1020417"/>
            <a:chExt cx="1260000" cy="468000"/>
          </a:xfrm>
        </p:grpSpPr>
        <p:sp>
          <p:nvSpPr>
            <p:cNvPr id="90" name="Diamond 89">
              <a:extLst>
                <a:ext uri="{FF2B5EF4-FFF2-40B4-BE49-F238E27FC236}">
                  <a16:creationId xmlns:a16="http://schemas.microsoft.com/office/drawing/2014/main" id="{5920C1C7-83CB-B374-2258-841FC3848020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481E2C5-11F6-0A8C-FB7D-B069BAB71C8F}"/>
                </a:ext>
              </a:extLst>
            </p:cNvPr>
            <p:cNvSpPr txBox="1"/>
            <p:nvPr/>
          </p:nvSpPr>
          <p:spPr>
            <a:xfrm>
              <a:off x="3286430" y="1163645"/>
              <a:ext cx="836191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rides for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798BCA0-7492-EEBC-79EC-F5EE01C74453}"/>
              </a:ext>
            </a:extLst>
          </p:cNvPr>
          <p:cNvGrpSpPr/>
          <p:nvPr/>
        </p:nvGrpSpPr>
        <p:grpSpPr>
          <a:xfrm>
            <a:off x="3240483" y="4539136"/>
            <a:ext cx="1800000" cy="900000"/>
            <a:chOff x="3074504" y="1020417"/>
            <a:chExt cx="1260000" cy="468000"/>
          </a:xfrm>
        </p:grpSpPr>
        <p:sp>
          <p:nvSpPr>
            <p:cNvPr id="93" name="Diamond 92">
              <a:extLst>
                <a:ext uri="{FF2B5EF4-FFF2-40B4-BE49-F238E27FC236}">
                  <a16:creationId xmlns:a16="http://schemas.microsoft.com/office/drawing/2014/main" id="{16861778-841A-457F-7A60-C9D1749CD581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C48AAFE-17CD-1CCF-DF0C-F3DCC3EB2B34}"/>
                </a:ext>
              </a:extLst>
            </p:cNvPr>
            <p:cNvSpPr txBox="1"/>
            <p:nvPr/>
          </p:nvSpPr>
          <p:spPr>
            <a:xfrm>
              <a:off x="3247156" y="1163645"/>
              <a:ext cx="91473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represents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1E915EA-AECC-D06E-617B-8D2E7AB6B64C}"/>
              </a:ext>
            </a:extLst>
          </p:cNvPr>
          <p:cNvCxnSpPr>
            <a:cxnSpLocks/>
          </p:cNvCxnSpPr>
          <p:nvPr/>
        </p:nvCxnSpPr>
        <p:spPr>
          <a:xfrm>
            <a:off x="8941568" y="3780087"/>
            <a:ext cx="3605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3E43F33-0F0D-3F45-68B3-1FDD02B71092}"/>
              </a:ext>
            </a:extLst>
          </p:cNvPr>
          <p:cNvCxnSpPr>
            <a:cxnSpLocks/>
          </p:cNvCxnSpPr>
          <p:nvPr/>
        </p:nvCxnSpPr>
        <p:spPr>
          <a:xfrm>
            <a:off x="3077111" y="3592992"/>
            <a:ext cx="44374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6285EBB-8F6D-6A28-4179-1A63393B7A2A}"/>
              </a:ext>
            </a:extLst>
          </p:cNvPr>
          <p:cNvCxnSpPr>
            <a:cxnSpLocks/>
          </p:cNvCxnSpPr>
          <p:nvPr/>
        </p:nvCxnSpPr>
        <p:spPr>
          <a:xfrm>
            <a:off x="3077111" y="3879000"/>
            <a:ext cx="44374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65238737-A027-6E91-E41B-8C8A42E34211}"/>
              </a:ext>
            </a:extLst>
          </p:cNvPr>
          <p:cNvSpPr/>
          <p:nvPr/>
        </p:nvSpPr>
        <p:spPr>
          <a:xfrm>
            <a:off x="2858777" y="3462336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6DF85CE-51A6-D7A3-CCE9-C41241BC2853}"/>
              </a:ext>
            </a:extLst>
          </p:cNvPr>
          <p:cNvSpPr/>
          <p:nvPr/>
        </p:nvSpPr>
        <p:spPr>
          <a:xfrm>
            <a:off x="2846400" y="3771000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3413525-9A3B-97C0-FDC1-907EBD35564E}"/>
              </a:ext>
            </a:extLst>
          </p:cNvPr>
          <p:cNvGrpSpPr/>
          <p:nvPr/>
        </p:nvGrpSpPr>
        <p:grpSpPr>
          <a:xfrm>
            <a:off x="7413714" y="4364574"/>
            <a:ext cx="1800000" cy="900000"/>
            <a:chOff x="3074504" y="1020417"/>
            <a:chExt cx="1260000" cy="468000"/>
          </a:xfrm>
        </p:grpSpPr>
        <p:sp>
          <p:nvSpPr>
            <p:cNvPr id="109" name="Diamond 108">
              <a:extLst>
                <a:ext uri="{FF2B5EF4-FFF2-40B4-BE49-F238E27FC236}">
                  <a16:creationId xmlns:a16="http://schemas.microsoft.com/office/drawing/2014/main" id="{2314C318-B461-6D08-7E6B-DF6B2F38D9FC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14B8654-C9F5-3AC2-9BFC-8E855716207A}"/>
                </a:ext>
              </a:extLst>
            </p:cNvPr>
            <p:cNvSpPr txBox="1"/>
            <p:nvPr/>
          </p:nvSpPr>
          <p:spPr>
            <a:xfrm>
              <a:off x="3286430" y="1163645"/>
              <a:ext cx="836191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Starts at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1EBF2F8-C2A7-F075-CC12-A6C08EDBA85D}"/>
              </a:ext>
            </a:extLst>
          </p:cNvPr>
          <p:cNvGrpSpPr/>
          <p:nvPr/>
        </p:nvGrpSpPr>
        <p:grpSpPr>
          <a:xfrm>
            <a:off x="7413714" y="1405959"/>
            <a:ext cx="1800000" cy="900000"/>
            <a:chOff x="3074504" y="1020417"/>
            <a:chExt cx="1260000" cy="468000"/>
          </a:xfrm>
        </p:grpSpPr>
        <p:sp>
          <p:nvSpPr>
            <p:cNvPr id="115" name="Diamond 114">
              <a:extLst>
                <a:ext uri="{FF2B5EF4-FFF2-40B4-BE49-F238E27FC236}">
                  <a16:creationId xmlns:a16="http://schemas.microsoft.com/office/drawing/2014/main" id="{A307B5F4-F830-ED6B-6A4F-B8AD4455B0C0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862BDE1-D3EC-5519-8759-746EB6DF78D6}"/>
                </a:ext>
              </a:extLst>
            </p:cNvPr>
            <p:cNvSpPr txBox="1"/>
            <p:nvPr/>
          </p:nvSpPr>
          <p:spPr>
            <a:xfrm>
              <a:off x="3325703" y="1163645"/>
              <a:ext cx="757644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has type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81ECD04-8D8C-9FE1-2991-AAE87A765FFD}"/>
              </a:ext>
            </a:extLst>
          </p:cNvPr>
          <p:cNvGrpSpPr/>
          <p:nvPr/>
        </p:nvGrpSpPr>
        <p:grpSpPr>
          <a:xfrm>
            <a:off x="10027183" y="3014275"/>
            <a:ext cx="1800000" cy="900000"/>
            <a:chOff x="3074504" y="1020417"/>
            <a:chExt cx="1260000" cy="468000"/>
          </a:xfrm>
        </p:grpSpPr>
        <p:sp>
          <p:nvSpPr>
            <p:cNvPr id="118" name="Diamond 117">
              <a:extLst>
                <a:ext uri="{FF2B5EF4-FFF2-40B4-BE49-F238E27FC236}">
                  <a16:creationId xmlns:a16="http://schemas.microsoft.com/office/drawing/2014/main" id="{7F014F85-FD13-9684-05D5-7DB6FE14F8AD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9D5DC20E-C70C-31A7-06AB-7AE93A3FA7EC}"/>
                </a:ext>
              </a:extLst>
            </p:cNvPr>
            <p:cNvSpPr txBox="1"/>
            <p:nvPr/>
          </p:nvSpPr>
          <p:spPr>
            <a:xfrm>
              <a:off x="3364978" y="1163645"/>
              <a:ext cx="679096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Ends at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3282AFA-420F-5DC6-AF89-5F68B14355C7}"/>
              </a:ext>
            </a:extLst>
          </p:cNvPr>
          <p:cNvCxnSpPr>
            <a:cxnSpLocks/>
            <a:stCxn id="118" idx="1"/>
          </p:cNvCxnSpPr>
          <p:nvPr/>
        </p:nvCxnSpPr>
        <p:spPr>
          <a:xfrm flipH="1">
            <a:off x="8961445" y="3464275"/>
            <a:ext cx="1065738" cy="106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B26ABEF-2CA6-B0D8-8B4E-E351EF26558B}"/>
              </a:ext>
            </a:extLst>
          </p:cNvPr>
          <p:cNvCxnSpPr>
            <a:cxnSpLocks/>
            <a:stCxn id="118" idx="2"/>
            <a:endCxn id="22" idx="0"/>
          </p:cNvCxnSpPr>
          <p:nvPr/>
        </p:nvCxnSpPr>
        <p:spPr>
          <a:xfrm>
            <a:off x="10927183" y="3914275"/>
            <a:ext cx="6080" cy="4321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F9D1F46-F976-359B-EB9A-F02A79B4D9A0}"/>
              </a:ext>
            </a:extLst>
          </p:cNvPr>
          <p:cNvCxnSpPr>
            <a:cxnSpLocks/>
            <a:stCxn id="13" idx="2"/>
            <a:endCxn id="109" idx="0"/>
          </p:cNvCxnSpPr>
          <p:nvPr/>
        </p:nvCxnSpPr>
        <p:spPr>
          <a:xfrm>
            <a:off x="8313714" y="3969633"/>
            <a:ext cx="0" cy="394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DB5F3408-443C-7284-F036-DFB65CD5A853}"/>
              </a:ext>
            </a:extLst>
          </p:cNvPr>
          <p:cNvCxnSpPr>
            <a:cxnSpLocks/>
            <a:stCxn id="22" idx="1"/>
            <a:endCxn id="109" idx="3"/>
          </p:cNvCxnSpPr>
          <p:nvPr/>
        </p:nvCxnSpPr>
        <p:spPr>
          <a:xfrm flipH="1">
            <a:off x="9213714" y="4796399"/>
            <a:ext cx="1089549" cy="181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93A2810-726C-C621-5FC7-E6C79D845334}"/>
              </a:ext>
            </a:extLst>
          </p:cNvPr>
          <p:cNvCxnSpPr>
            <a:cxnSpLocks/>
            <a:stCxn id="115" idx="2"/>
            <a:endCxn id="13" idx="0"/>
          </p:cNvCxnSpPr>
          <p:nvPr/>
        </p:nvCxnSpPr>
        <p:spPr>
          <a:xfrm>
            <a:off x="8313714" y="2305959"/>
            <a:ext cx="0" cy="7636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A916E7B-B342-EB4D-F47A-C2AE404F202C}"/>
              </a:ext>
            </a:extLst>
          </p:cNvPr>
          <p:cNvCxnSpPr>
            <a:cxnSpLocks/>
            <a:stCxn id="20" idx="1"/>
            <a:endCxn id="115" idx="3"/>
          </p:cNvCxnSpPr>
          <p:nvPr/>
        </p:nvCxnSpPr>
        <p:spPr>
          <a:xfrm flipH="1">
            <a:off x="9213714" y="1828426"/>
            <a:ext cx="1060084" cy="275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F665E3F-977F-44E7-803D-9AFAB22A0271}"/>
              </a:ext>
            </a:extLst>
          </p:cNvPr>
          <p:cNvCxnSpPr>
            <a:cxnSpLocks/>
            <a:stCxn id="10" idx="3"/>
            <a:endCxn id="93" idx="1"/>
          </p:cNvCxnSpPr>
          <p:nvPr/>
        </p:nvCxnSpPr>
        <p:spPr>
          <a:xfrm>
            <a:off x="2173465" y="4967040"/>
            <a:ext cx="1067018" cy="220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18475CBC-4E6B-6D94-9CBB-A3C7B9E2A845}"/>
              </a:ext>
            </a:extLst>
          </p:cNvPr>
          <p:cNvCxnSpPr>
            <a:cxnSpLocks/>
            <a:stCxn id="16" idx="2"/>
            <a:endCxn id="93" idx="0"/>
          </p:cNvCxnSpPr>
          <p:nvPr/>
        </p:nvCxnSpPr>
        <p:spPr>
          <a:xfrm flipH="1">
            <a:off x="4140483" y="3973734"/>
            <a:ext cx="25088" cy="5654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1595D85-51B1-879E-67B9-1ECD83CCF254}"/>
              </a:ext>
            </a:extLst>
          </p:cNvPr>
          <p:cNvCxnSpPr>
            <a:cxnSpLocks/>
            <a:stCxn id="5" idx="3"/>
            <a:endCxn id="90" idx="1"/>
          </p:cNvCxnSpPr>
          <p:nvPr/>
        </p:nvCxnSpPr>
        <p:spPr>
          <a:xfrm flipV="1">
            <a:off x="2173465" y="1943390"/>
            <a:ext cx="1025598" cy="40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6E7E93F-BFEC-D455-77F1-50B01DB354FF}"/>
              </a:ext>
            </a:extLst>
          </p:cNvPr>
          <p:cNvCxnSpPr>
            <a:cxnSpLocks/>
            <a:stCxn id="90" idx="2"/>
            <a:endCxn id="16" idx="0"/>
          </p:cNvCxnSpPr>
          <p:nvPr/>
        </p:nvCxnSpPr>
        <p:spPr>
          <a:xfrm>
            <a:off x="4099063" y="2393390"/>
            <a:ext cx="66508" cy="6803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DE20727-0AD0-7D89-F5AE-F4E72D5A9218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>
          <a:xfrm flipH="1">
            <a:off x="1517845" y="2433836"/>
            <a:ext cx="25620" cy="5451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6E1A93DF-BF8B-5C0A-C709-D26AE4AFA451}"/>
              </a:ext>
            </a:extLst>
          </p:cNvPr>
          <p:cNvCxnSpPr>
            <a:cxnSpLocks/>
            <a:stCxn id="87" idx="2"/>
            <a:endCxn id="10" idx="0"/>
          </p:cNvCxnSpPr>
          <p:nvPr/>
        </p:nvCxnSpPr>
        <p:spPr>
          <a:xfrm>
            <a:off x="1517845" y="3879000"/>
            <a:ext cx="25620" cy="638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2A34572-A290-6E94-BC3C-274078856054}"/>
              </a:ext>
            </a:extLst>
          </p:cNvPr>
          <p:cNvCxnSpPr>
            <a:cxnSpLocks/>
            <a:stCxn id="16" idx="3"/>
            <a:endCxn id="83" idx="1"/>
          </p:cNvCxnSpPr>
          <p:nvPr/>
        </p:nvCxnSpPr>
        <p:spPr>
          <a:xfrm flipV="1">
            <a:off x="4795571" y="2668082"/>
            <a:ext cx="386952" cy="8556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018AEE0E-5AD5-7F7E-CF17-8448AD82CCAB}"/>
              </a:ext>
            </a:extLst>
          </p:cNvPr>
          <p:cNvCxnSpPr>
            <a:cxnSpLocks/>
            <a:stCxn id="83" idx="3"/>
            <a:endCxn id="13" idx="1"/>
          </p:cNvCxnSpPr>
          <p:nvPr/>
        </p:nvCxnSpPr>
        <p:spPr>
          <a:xfrm>
            <a:off x="6982523" y="2668082"/>
            <a:ext cx="701191" cy="8515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5E9E852-A1A5-A963-0B75-759B1A8CFC7C}"/>
              </a:ext>
            </a:extLst>
          </p:cNvPr>
          <p:cNvGrpSpPr/>
          <p:nvPr/>
        </p:nvGrpSpPr>
        <p:grpSpPr>
          <a:xfrm>
            <a:off x="5196000" y="5796862"/>
            <a:ext cx="1800000" cy="900000"/>
            <a:chOff x="3074504" y="1020417"/>
            <a:chExt cx="1260000" cy="468000"/>
          </a:xfrm>
        </p:grpSpPr>
        <p:sp>
          <p:nvSpPr>
            <p:cNvPr id="168" name="Diamond 167">
              <a:extLst>
                <a:ext uri="{FF2B5EF4-FFF2-40B4-BE49-F238E27FC236}">
                  <a16:creationId xmlns:a16="http://schemas.microsoft.com/office/drawing/2014/main" id="{0568D1C2-91C7-068A-8AF4-249A0669D379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DFC3D1A3-D612-BE61-588B-EA8043B2ECB1}"/>
                </a:ext>
              </a:extLst>
            </p:cNvPr>
            <p:cNvSpPr txBox="1"/>
            <p:nvPr/>
          </p:nvSpPr>
          <p:spPr>
            <a:xfrm>
              <a:off x="3247160" y="1163645"/>
              <a:ext cx="914738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located in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66C0C863-3EC6-1FF5-4C73-A445011E6323}"/>
              </a:ext>
            </a:extLst>
          </p:cNvPr>
          <p:cNvCxnSpPr>
            <a:cxnSpLocks/>
            <a:endCxn id="168" idx="3"/>
          </p:cNvCxnSpPr>
          <p:nvPr/>
        </p:nvCxnSpPr>
        <p:spPr>
          <a:xfrm flipH="1">
            <a:off x="6996000" y="5231999"/>
            <a:ext cx="3307263" cy="10148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EC0D464-2587-144D-CFBA-7108649A840C}"/>
              </a:ext>
            </a:extLst>
          </p:cNvPr>
          <p:cNvCxnSpPr>
            <a:cxnSpLocks/>
            <a:stCxn id="168" idx="1"/>
          </p:cNvCxnSpPr>
          <p:nvPr/>
        </p:nvCxnSpPr>
        <p:spPr>
          <a:xfrm flipH="1" flipV="1">
            <a:off x="2144379" y="5417042"/>
            <a:ext cx="3051621" cy="8298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6C765F9-C6B4-0C46-62A8-14600E2F762D}"/>
              </a:ext>
            </a:extLst>
          </p:cNvPr>
          <p:cNvGrpSpPr/>
          <p:nvPr/>
        </p:nvGrpSpPr>
        <p:grpSpPr>
          <a:xfrm>
            <a:off x="5243654" y="3833531"/>
            <a:ext cx="1800000" cy="900000"/>
            <a:chOff x="3074504" y="1020417"/>
            <a:chExt cx="1260000" cy="468000"/>
          </a:xfrm>
        </p:grpSpPr>
        <p:sp>
          <p:nvSpPr>
            <p:cNvPr id="178" name="Diamond 177">
              <a:extLst>
                <a:ext uri="{FF2B5EF4-FFF2-40B4-BE49-F238E27FC236}">
                  <a16:creationId xmlns:a16="http://schemas.microsoft.com/office/drawing/2014/main" id="{BEF58F22-76AE-085B-A2F1-88E294A4541C}"/>
                </a:ext>
              </a:extLst>
            </p:cNvPr>
            <p:cNvSpPr/>
            <p:nvPr/>
          </p:nvSpPr>
          <p:spPr>
            <a:xfrm>
              <a:off x="3074504" y="1020417"/>
              <a:ext cx="1260000" cy="468000"/>
            </a:xfrm>
            <a:prstGeom prst="diamond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600">
                <a:latin typeface="Arial Narrow" panose="020B0606020202030204" pitchFamily="34" charset="0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7F78B6C4-5EDB-E04C-B7BD-531EA8B41942}"/>
                </a:ext>
              </a:extLst>
            </p:cNvPr>
            <p:cNvSpPr txBox="1"/>
            <p:nvPr/>
          </p:nvSpPr>
          <p:spPr>
            <a:xfrm>
              <a:off x="3482796" y="1163645"/>
              <a:ext cx="443456" cy="1760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exit</a:t>
              </a:r>
              <a:endParaRPr lang="en-SG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6243D4A1-C10F-EE1F-6FAE-AB5C56789F39}"/>
              </a:ext>
            </a:extLst>
          </p:cNvPr>
          <p:cNvCxnSpPr>
            <a:cxnSpLocks/>
            <a:endCxn id="178" idx="1"/>
          </p:cNvCxnSpPr>
          <p:nvPr/>
        </p:nvCxnSpPr>
        <p:spPr>
          <a:xfrm>
            <a:off x="4795571" y="3969633"/>
            <a:ext cx="448083" cy="3138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19DD91F-5A8A-48A7-5479-E37B676271D1}"/>
              </a:ext>
            </a:extLst>
          </p:cNvPr>
          <p:cNvCxnSpPr>
            <a:cxnSpLocks/>
            <a:stCxn id="178" idx="3"/>
          </p:cNvCxnSpPr>
          <p:nvPr/>
        </p:nvCxnSpPr>
        <p:spPr>
          <a:xfrm flipV="1">
            <a:off x="7043654" y="3969633"/>
            <a:ext cx="640060" cy="3138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2096F392-CE23-2065-0635-8089EA96D7FA}"/>
              </a:ext>
            </a:extLst>
          </p:cNvPr>
          <p:cNvCxnSpPr>
            <a:cxnSpLocks/>
            <a:stCxn id="178" idx="2"/>
            <a:endCxn id="189" idx="0"/>
          </p:cNvCxnSpPr>
          <p:nvPr/>
        </p:nvCxnSpPr>
        <p:spPr>
          <a:xfrm flipH="1">
            <a:off x="6088586" y="4733531"/>
            <a:ext cx="55068" cy="3264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Oval 188">
            <a:extLst>
              <a:ext uri="{FF2B5EF4-FFF2-40B4-BE49-F238E27FC236}">
                <a16:creationId xmlns:a16="http://schemas.microsoft.com/office/drawing/2014/main" id="{DB44D908-D14C-FB4A-B9B0-04318790F92C}"/>
              </a:ext>
            </a:extLst>
          </p:cNvPr>
          <p:cNvSpPr/>
          <p:nvPr/>
        </p:nvSpPr>
        <p:spPr>
          <a:xfrm>
            <a:off x="5980586" y="5059940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CEF4685-60CA-1569-2D7A-E4ABEAF43EE1}"/>
              </a:ext>
            </a:extLst>
          </p:cNvPr>
          <p:cNvSpPr txBox="1"/>
          <p:nvPr/>
        </p:nvSpPr>
        <p:spPr>
          <a:xfrm>
            <a:off x="6118673" y="5059940"/>
            <a:ext cx="859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Reason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2139AAE-E835-3F7F-78AD-F17B2D05E435}"/>
              </a:ext>
            </a:extLst>
          </p:cNvPr>
          <p:cNvCxnSpPr>
            <a:cxnSpLocks/>
          </p:cNvCxnSpPr>
          <p:nvPr/>
        </p:nvCxnSpPr>
        <p:spPr>
          <a:xfrm flipV="1">
            <a:off x="6783062" y="1256097"/>
            <a:ext cx="0" cy="128707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Oval 200">
            <a:extLst>
              <a:ext uri="{FF2B5EF4-FFF2-40B4-BE49-F238E27FC236}">
                <a16:creationId xmlns:a16="http://schemas.microsoft.com/office/drawing/2014/main" id="{ED161F6F-650F-4233-1F44-2DD8AA49D406}"/>
              </a:ext>
            </a:extLst>
          </p:cNvPr>
          <p:cNvSpPr/>
          <p:nvPr/>
        </p:nvSpPr>
        <p:spPr>
          <a:xfrm>
            <a:off x="6675062" y="1019694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A2EEDAF-F3D4-2B19-3562-365EC82A4A10}"/>
              </a:ext>
            </a:extLst>
          </p:cNvPr>
          <p:cNvSpPr txBox="1"/>
          <p:nvPr/>
        </p:nvSpPr>
        <p:spPr>
          <a:xfrm>
            <a:off x="6599417" y="583115"/>
            <a:ext cx="13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Accumulated adjusted time</a:t>
            </a:r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9D5D9566-B204-842D-EF77-C545DBD54578}"/>
              </a:ext>
            </a:extLst>
          </p:cNvPr>
          <p:cNvCxnSpPr>
            <a:cxnSpLocks/>
            <a:stCxn id="205" idx="4"/>
          </p:cNvCxnSpPr>
          <p:nvPr/>
        </p:nvCxnSpPr>
        <p:spPr>
          <a:xfrm>
            <a:off x="6326561" y="1256097"/>
            <a:ext cx="0" cy="10498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>
            <a:extLst>
              <a:ext uri="{FF2B5EF4-FFF2-40B4-BE49-F238E27FC236}">
                <a16:creationId xmlns:a16="http://schemas.microsoft.com/office/drawing/2014/main" id="{9D9E08B3-D7EE-DAE0-7A2E-48AF6EFD3EAE}"/>
              </a:ext>
            </a:extLst>
          </p:cNvPr>
          <p:cNvSpPr/>
          <p:nvPr/>
        </p:nvSpPr>
        <p:spPr>
          <a:xfrm>
            <a:off x="6218561" y="1040097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273AF8D7-2F56-D4A7-00E2-0AE06230DB61}"/>
              </a:ext>
            </a:extLst>
          </p:cNvPr>
          <p:cNvSpPr txBox="1"/>
          <p:nvPr/>
        </p:nvSpPr>
        <p:spPr>
          <a:xfrm>
            <a:off x="5829063" y="583115"/>
            <a:ext cx="995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Total time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01C5E7D-923C-92B3-6DDF-5E63F3489035}"/>
              </a:ext>
            </a:extLst>
          </p:cNvPr>
          <p:cNvCxnSpPr>
            <a:cxnSpLocks/>
            <a:stCxn id="210" idx="4"/>
          </p:cNvCxnSpPr>
          <p:nvPr/>
        </p:nvCxnSpPr>
        <p:spPr>
          <a:xfrm flipH="1">
            <a:off x="5924621" y="1258023"/>
            <a:ext cx="10321" cy="10479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72FA7C0C-7C0A-D7D1-F0A3-BC682CFB0402}"/>
              </a:ext>
            </a:extLst>
          </p:cNvPr>
          <p:cNvSpPr/>
          <p:nvPr/>
        </p:nvSpPr>
        <p:spPr>
          <a:xfrm>
            <a:off x="5826942" y="1042023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92F28901-F51A-21AC-8EA6-4D4B26404F8B}"/>
              </a:ext>
            </a:extLst>
          </p:cNvPr>
          <p:cNvSpPr txBox="1"/>
          <p:nvPr/>
        </p:nvSpPr>
        <p:spPr>
          <a:xfrm>
            <a:off x="5385430" y="743214"/>
            <a:ext cx="995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Rank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014E5100-DDF3-246D-CB24-C7CCB4A7DACD}"/>
              </a:ext>
            </a:extLst>
          </p:cNvPr>
          <p:cNvCxnSpPr>
            <a:cxnSpLocks/>
            <a:stCxn id="215" idx="4"/>
          </p:cNvCxnSpPr>
          <p:nvPr/>
        </p:nvCxnSpPr>
        <p:spPr>
          <a:xfrm>
            <a:off x="5583113" y="1256097"/>
            <a:ext cx="0" cy="11777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val 214">
            <a:extLst>
              <a:ext uri="{FF2B5EF4-FFF2-40B4-BE49-F238E27FC236}">
                <a16:creationId xmlns:a16="http://schemas.microsoft.com/office/drawing/2014/main" id="{C529D8A5-D110-85A8-E6C4-2BFBED71A992}"/>
              </a:ext>
            </a:extLst>
          </p:cNvPr>
          <p:cNvSpPr/>
          <p:nvPr/>
        </p:nvSpPr>
        <p:spPr>
          <a:xfrm>
            <a:off x="5475113" y="1040097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917DDFA-2448-DC25-AD94-2A3752EC0C45}"/>
              </a:ext>
            </a:extLst>
          </p:cNvPr>
          <p:cNvCxnSpPr>
            <a:cxnSpLocks/>
            <a:stCxn id="217" idx="4"/>
          </p:cNvCxnSpPr>
          <p:nvPr/>
        </p:nvCxnSpPr>
        <p:spPr>
          <a:xfrm>
            <a:off x="5202581" y="1254203"/>
            <a:ext cx="134582" cy="13476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Oval 216">
            <a:extLst>
              <a:ext uri="{FF2B5EF4-FFF2-40B4-BE49-F238E27FC236}">
                <a16:creationId xmlns:a16="http://schemas.microsoft.com/office/drawing/2014/main" id="{84B7BE11-E360-8A57-C5A5-45029A1BF9E3}"/>
              </a:ext>
            </a:extLst>
          </p:cNvPr>
          <p:cNvSpPr/>
          <p:nvPr/>
        </p:nvSpPr>
        <p:spPr>
          <a:xfrm>
            <a:off x="5094581" y="1038203"/>
            <a:ext cx="216000" cy="216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BD867CFB-12E0-AE15-BBBC-A3E1B824F5D6}"/>
              </a:ext>
            </a:extLst>
          </p:cNvPr>
          <p:cNvSpPr txBox="1"/>
          <p:nvPr/>
        </p:nvSpPr>
        <p:spPr>
          <a:xfrm>
            <a:off x="4438011" y="797227"/>
            <a:ext cx="995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Bonus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99BEACB-E839-C659-D654-D6F5013A700B}"/>
              </a:ext>
            </a:extLst>
          </p:cNvPr>
          <p:cNvSpPr txBox="1"/>
          <p:nvPr/>
        </p:nvSpPr>
        <p:spPr>
          <a:xfrm>
            <a:off x="5202581" y="574253"/>
            <a:ext cx="600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Penalty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6B7B15B1-D139-9FFB-406C-2C93C9609CBE}"/>
              </a:ext>
            </a:extLst>
          </p:cNvPr>
          <p:cNvSpPr txBox="1"/>
          <p:nvPr/>
        </p:nvSpPr>
        <p:spPr>
          <a:xfrm>
            <a:off x="631084" y="2609289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30253CF-3AB7-72E3-D00F-E272EF0B2DA9}"/>
              </a:ext>
            </a:extLst>
          </p:cNvPr>
          <p:cNvSpPr txBox="1"/>
          <p:nvPr/>
        </p:nvSpPr>
        <p:spPr>
          <a:xfrm>
            <a:off x="556176" y="4028603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4E0E2499-BA64-84F7-7CDD-740F50026EA2}"/>
              </a:ext>
            </a:extLst>
          </p:cNvPr>
          <p:cNvSpPr txBox="1"/>
          <p:nvPr/>
        </p:nvSpPr>
        <p:spPr>
          <a:xfrm>
            <a:off x="2292600" y="1457945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9A1C82B-C1D7-8150-4E36-48BEAFBF986B}"/>
              </a:ext>
            </a:extLst>
          </p:cNvPr>
          <p:cNvSpPr txBox="1"/>
          <p:nvPr/>
        </p:nvSpPr>
        <p:spPr>
          <a:xfrm>
            <a:off x="3316897" y="2476096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FDEE863-892B-DBEE-0EE5-4FA503982AE4}"/>
              </a:ext>
            </a:extLst>
          </p:cNvPr>
          <p:cNvSpPr txBox="1"/>
          <p:nvPr/>
        </p:nvSpPr>
        <p:spPr>
          <a:xfrm>
            <a:off x="2227829" y="4636822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E30F4005-FD41-BF33-BF35-2DEC2E993A8D}"/>
              </a:ext>
            </a:extLst>
          </p:cNvPr>
          <p:cNvSpPr txBox="1"/>
          <p:nvPr/>
        </p:nvSpPr>
        <p:spPr>
          <a:xfrm>
            <a:off x="3419852" y="4141883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40579091-165D-5FFE-9546-B43AD523AFF8}"/>
              </a:ext>
            </a:extLst>
          </p:cNvPr>
          <p:cNvSpPr txBox="1"/>
          <p:nvPr/>
        </p:nvSpPr>
        <p:spPr>
          <a:xfrm>
            <a:off x="9285321" y="1514797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6E6886D-0586-7FCB-1669-D3022F94F02B}"/>
              </a:ext>
            </a:extLst>
          </p:cNvPr>
          <p:cNvSpPr txBox="1"/>
          <p:nvPr/>
        </p:nvSpPr>
        <p:spPr>
          <a:xfrm>
            <a:off x="8204950" y="2507681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7AF24F2-A7E9-B24B-06B5-6B7D489A95F1}"/>
              </a:ext>
            </a:extLst>
          </p:cNvPr>
          <p:cNvSpPr txBox="1"/>
          <p:nvPr/>
        </p:nvSpPr>
        <p:spPr>
          <a:xfrm>
            <a:off x="8158975" y="4076584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C427A58F-40C3-57A3-BF52-B8E40B0C3CDB}"/>
              </a:ext>
            </a:extLst>
          </p:cNvPr>
          <p:cNvSpPr txBox="1"/>
          <p:nvPr/>
        </p:nvSpPr>
        <p:spPr>
          <a:xfrm>
            <a:off x="9386394" y="3144898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BC27880-86DC-341B-57A9-5BD57BACE830}"/>
              </a:ext>
            </a:extLst>
          </p:cNvPr>
          <p:cNvSpPr txBox="1"/>
          <p:nvPr/>
        </p:nvSpPr>
        <p:spPr>
          <a:xfrm>
            <a:off x="10903997" y="3955491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72BAE90C-B855-3501-0C43-C691AD2F1B64}"/>
              </a:ext>
            </a:extLst>
          </p:cNvPr>
          <p:cNvSpPr txBox="1"/>
          <p:nvPr/>
        </p:nvSpPr>
        <p:spPr>
          <a:xfrm>
            <a:off x="9207488" y="4490589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627930A7-D07E-7E08-9CB2-196683E1130A}"/>
              </a:ext>
            </a:extLst>
          </p:cNvPr>
          <p:cNvSpPr txBox="1"/>
          <p:nvPr/>
        </p:nvSpPr>
        <p:spPr>
          <a:xfrm>
            <a:off x="3019693" y="5867042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B7562D6-1D04-2A34-501C-A29A189D6022}"/>
              </a:ext>
            </a:extLst>
          </p:cNvPr>
          <p:cNvSpPr txBox="1"/>
          <p:nvPr/>
        </p:nvSpPr>
        <p:spPr>
          <a:xfrm>
            <a:off x="8314000" y="5785606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(1, 1)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3DCC84F-F25C-1F05-271A-F93BA352788E}"/>
              </a:ext>
            </a:extLst>
          </p:cNvPr>
          <p:cNvSpPr txBox="1"/>
          <p:nvPr/>
        </p:nvSpPr>
        <p:spPr>
          <a:xfrm>
            <a:off x="4759260" y="3814827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(0, 1)</a:t>
            </a:r>
            <a:endParaRPr lang="en-SG" sz="1400" dirty="0">
              <a:latin typeface="Consolas" panose="020B0609020204030204" pitchFamily="49" charset="0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50DA342E-B8A2-795C-C9EA-A581230A6BBF}"/>
              </a:ext>
            </a:extLst>
          </p:cNvPr>
          <p:cNvSpPr txBox="1"/>
          <p:nvPr/>
        </p:nvSpPr>
        <p:spPr>
          <a:xfrm>
            <a:off x="6729128" y="3814827"/>
            <a:ext cx="916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>
                <a:latin typeface="Consolas" panose="020B0609020204030204" pitchFamily="49" charset="0"/>
              </a:rPr>
              <a:t>(0, N)</a:t>
            </a:r>
            <a:endParaRPr lang="en-SG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482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126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Narrow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 Kai Ler</dc:creator>
  <cp:lastModifiedBy>Mai Kai Ler</cp:lastModifiedBy>
  <cp:revision>1</cp:revision>
  <dcterms:created xsi:type="dcterms:W3CDTF">2026-02-16T16:37:50Z</dcterms:created>
  <dcterms:modified xsi:type="dcterms:W3CDTF">2026-02-16T17:39:48Z</dcterms:modified>
</cp:coreProperties>
</file>