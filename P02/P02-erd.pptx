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1856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C24C-97B9-FC48-FB8C-F9476FB76D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2A8789-9C21-F7EC-1EEC-31A3A459DB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1A4A7-DC17-D872-1CC8-8A08DD318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C0FAA-84BB-D25E-787F-1AF1CA22A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05FB8-F630-29A1-9903-7EC13D8EB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50017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60143-A24F-50EB-CB79-26FB58C56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1431FD-C341-2D96-1B04-B812F5AFB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B4E2B-2D3B-D01B-B8C2-C5AEE7E1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AA87-BE7C-0C22-745D-976DE2257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AE35F-4B75-F5E0-68BD-7EC6D2C41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12678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CB750-D5D2-F0AB-2B50-3A0927F7D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E36BA2-A566-5455-9AEA-CC352BBEB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8B3F09-63A7-AD8A-FBBF-FBB54FD26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C3BE5-384C-983D-7CDB-EBA0E1CD7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358CC-E1A9-87E2-9DFA-6BC38CC57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0411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033C8-E327-E6BD-C689-23A4C8AB4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BA104-52E4-325B-D748-749C866E1C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38DF3B-8A81-7E9A-D7BF-9F4D4901E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13881-B18C-31B0-033B-6A0952E3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A341ED-D3BF-C01F-759E-DABD52C11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CD4809-FDD5-E28F-68F0-3FEA18843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00613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3418E-F06B-FF84-CB9C-8F7B9B995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D7172E-1AB6-8695-333B-E7404EEB9F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01402D-2439-5DEB-6AB2-FF0E5FE07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A3427B-1371-98D8-5FDD-25E5D9DB0A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6E8F4D-8F77-556B-8DF5-B9120B4F94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2ADD4B-8AA9-EAEA-EB61-CA01B7252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017914-CC1F-CC42-5D4D-FB2EF026C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4E61E0-4697-6936-0311-D715E8A75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30632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61100-737F-CE3E-1546-D2980D145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457CB0-B2B4-3C54-6404-C121E3959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87216D-36DF-C835-7FDC-7A532CDAF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E34338-6487-1342-28EB-B68C44C38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6551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107996-0192-6DD9-F8F1-7760DEAE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8B6E1F-208A-F9D9-99D6-B7D3B0E17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0D200-0A7D-274C-793A-2A889BA92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98416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3D200-2A98-8E72-D97B-5E0BE1B94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29CA6-B60B-0285-8A55-349783C866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AF31E-6308-E1B7-FBD2-EB31237462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89FC4-641D-D7E4-52A6-8DB7A5661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002CA4-B795-DDC7-BE13-08336A36E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9FDABE-942E-B8D0-2FEE-CCFB85E00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67566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51C55-D001-FE50-F25F-55F59CB80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5964DE-1D35-DB9B-A24E-E1B493E59C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511594-C9DA-9162-6DF4-745465C58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85F352-DEB0-F51B-26EA-E7633EF65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B69FC7-7A7E-9611-EA2D-87EFB7CBF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728AB-6C32-04D7-9578-A804CC876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2171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5D46-44EC-8CA4-F09C-72E91B9DD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9310D7-AD5C-DEBA-2238-09E96A05FF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74FD2-96B1-95C9-CECD-1F5ED7EF7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C0B4C4-C5FA-9E2D-D266-83D127882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965FD-2C85-7E36-6090-AD3F1604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39664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25C460-43B3-3DB2-143B-76D5AEA04D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5AF2BB-A7E2-198C-F38D-766A795205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E0284A-C84E-3307-7B54-18CC76798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68996-A060-D150-A996-65512A811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0C89F-A674-37A3-131A-49B610F9B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87946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E9E8DD-377A-59AD-7F00-F6B5D0690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388BC4-DC0A-3524-5519-9CF41475F9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7FBD42-132D-4574-5360-4B7E05F5D3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74A466-5610-4CF2-AE9D-428DA30A45BE}" type="datetimeFigureOut">
              <a:rPr lang="en-SG" smtClean="0"/>
              <a:t>20/2/2026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79CE3-4A29-FDFC-DB05-FF202B4ECC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7862E-C97C-6E9C-57F5-B792BB7528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75A045-B941-4F8A-BA12-E29F3635172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1415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EA69413-F140-8BC3-2704-DF9D3C5467EF}"/>
              </a:ext>
            </a:extLst>
          </p:cNvPr>
          <p:cNvGrpSpPr/>
          <p:nvPr/>
        </p:nvGrpSpPr>
        <p:grpSpPr>
          <a:xfrm>
            <a:off x="5296025" y="2611938"/>
            <a:ext cx="1815165" cy="905787"/>
            <a:chOff x="3074504" y="1020417"/>
            <a:chExt cx="1260000" cy="46799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536E72D-3040-EC78-7FFC-59DA17E4BE4C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ABB462D-D849-26BB-1CF7-9B9B52667A26}"/>
                </a:ext>
              </a:extLst>
            </p:cNvPr>
            <p:cNvSpPr txBox="1"/>
            <p:nvPr/>
          </p:nvSpPr>
          <p:spPr>
            <a:xfrm>
              <a:off x="3612167" y="1151004"/>
              <a:ext cx="184730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endParaRPr lang="en-SG" sz="16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38A49A8-61A3-C9F1-EF14-3579F6B548FE}"/>
              </a:ext>
            </a:extLst>
          </p:cNvPr>
          <p:cNvGrpSpPr/>
          <p:nvPr/>
        </p:nvGrpSpPr>
        <p:grpSpPr>
          <a:xfrm>
            <a:off x="913465" y="1533836"/>
            <a:ext cx="1260000" cy="900000"/>
            <a:chOff x="3074504" y="1020417"/>
            <a:chExt cx="1260000" cy="46799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25686AF-76BA-56E9-DAE5-89BA0521A67A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F906B1C-0C52-A2B5-F78A-FA5C9EA5BE37}"/>
                </a:ext>
              </a:extLst>
            </p:cNvPr>
            <p:cNvSpPr txBox="1"/>
            <p:nvPr/>
          </p:nvSpPr>
          <p:spPr>
            <a:xfrm>
              <a:off x="3387777" y="1151004"/>
              <a:ext cx="63350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Team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C87AAEB-AC77-3C8D-EC88-C9ACFDA356DB}"/>
              </a:ext>
            </a:extLst>
          </p:cNvPr>
          <p:cNvGrpSpPr/>
          <p:nvPr/>
        </p:nvGrpSpPr>
        <p:grpSpPr>
          <a:xfrm>
            <a:off x="913465" y="4517040"/>
            <a:ext cx="1260000" cy="900000"/>
            <a:chOff x="3074504" y="1020417"/>
            <a:chExt cx="1260000" cy="46799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6C66684-77B9-E450-737B-F6BB13E5C440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618105F-10C5-06B2-CBDB-5AF36C398729}"/>
                </a:ext>
              </a:extLst>
            </p:cNvPr>
            <p:cNvSpPr txBox="1"/>
            <p:nvPr/>
          </p:nvSpPr>
          <p:spPr>
            <a:xfrm>
              <a:off x="3219464" y="1151004"/>
              <a:ext cx="970137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Country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B7A7E49-338F-1D56-F968-18934A05E1B1}"/>
              </a:ext>
            </a:extLst>
          </p:cNvPr>
          <p:cNvGrpSpPr/>
          <p:nvPr/>
        </p:nvGrpSpPr>
        <p:grpSpPr>
          <a:xfrm>
            <a:off x="7683714" y="3069633"/>
            <a:ext cx="1260000" cy="900000"/>
            <a:chOff x="3074504" y="1020417"/>
            <a:chExt cx="1260000" cy="46799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7885A3-79B7-B25A-0FBC-F166BCB95343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F9D8C8C-3D4F-152E-D1B5-9B76715F8672}"/>
                </a:ext>
              </a:extLst>
            </p:cNvPr>
            <p:cNvSpPr txBox="1"/>
            <p:nvPr/>
          </p:nvSpPr>
          <p:spPr>
            <a:xfrm>
              <a:off x="3331674" y="1151004"/>
              <a:ext cx="74571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Stage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C9083DD-D34C-7C34-B250-03F84A53DDB5}"/>
              </a:ext>
            </a:extLst>
          </p:cNvPr>
          <p:cNvGrpSpPr/>
          <p:nvPr/>
        </p:nvGrpSpPr>
        <p:grpSpPr>
          <a:xfrm>
            <a:off x="3481070" y="3069633"/>
            <a:ext cx="1260000" cy="900000"/>
            <a:chOff x="3074504" y="1020417"/>
            <a:chExt cx="1260000" cy="46799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53CE14-6082-2EF6-1807-50E614F91F5B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EF3C7D6-1CBE-F602-6985-118C4445E145}"/>
                </a:ext>
              </a:extLst>
            </p:cNvPr>
            <p:cNvSpPr txBox="1"/>
            <p:nvPr/>
          </p:nvSpPr>
          <p:spPr>
            <a:xfrm>
              <a:off x="3331674" y="1151004"/>
              <a:ext cx="74571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Rider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E9CEA56-B822-B49D-07DE-2674A7BCE6C8}"/>
              </a:ext>
            </a:extLst>
          </p:cNvPr>
          <p:cNvGrpSpPr/>
          <p:nvPr/>
        </p:nvGrpSpPr>
        <p:grpSpPr>
          <a:xfrm>
            <a:off x="10273798" y="1408019"/>
            <a:ext cx="1306769" cy="900000"/>
            <a:chOff x="3051150" y="1020417"/>
            <a:chExt cx="1306769" cy="467999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8070424-6B25-70F6-9A45-93A6CFC9A5A1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5AC1139-94C1-FD91-DE00-80121CF90848}"/>
                </a:ext>
              </a:extLst>
            </p:cNvPr>
            <p:cNvSpPr txBox="1"/>
            <p:nvPr/>
          </p:nvSpPr>
          <p:spPr>
            <a:xfrm>
              <a:off x="3051150" y="1151004"/>
              <a:ext cx="1306769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Stage Type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6AFE6D-DCCE-149B-3F62-3F00C487D032}"/>
              </a:ext>
            </a:extLst>
          </p:cNvPr>
          <p:cNvGrpSpPr/>
          <p:nvPr/>
        </p:nvGrpSpPr>
        <p:grpSpPr>
          <a:xfrm>
            <a:off x="10303263" y="4346399"/>
            <a:ext cx="1260000" cy="900000"/>
            <a:chOff x="3074504" y="1020417"/>
            <a:chExt cx="1260000" cy="467999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734987F-294B-26E9-2D92-FDE0C6A0D5FD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C216B8B-E7CE-CF8A-956E-D1A223FFB47D}"/>
                </a:ext>
              </a:extLst>
            </p:cNvPr>
            <p:cNvSpPr txBox="1"/>
            <p:nvPr/>
          </p:nvSpPr>
          <p:spPr>
            <a:xfrm>
              <a:off x="3163359" y="1151004"/>
              <a:ext cx="108234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Location</a:t>
              </a:r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D4666CD6-4A85-19D0-485C-D51F796DE801}"/>
              </a:ext>
            </a:extLst>
          </p:cNvPr>
          <p:cNvSpPr/>
          <p:nvPr/>
        </p:nvSpPr>
        <p:spPr>
          <a:xfrm>
            <a:off x="1040596" y="728152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DD02ABF-7883-38D3-10BA-4981CD5726F4}"/>
              </a:ext>
            </a:extLst>
          </p:cNvPr>
          <p:cNvCxnSpPr>
            <a:cxnSpLocks/>
          </p:cNvCxnSpPr>
          <p:nvPr/>
        </p:nvCxnSpPr>
        <p:spPr>
          <a:xfrm flipV="1">
            <a:off x="1148596" y="944154"/>
            <a:ext cx="0" cy="60166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AA98712E-E614-30B1-D7CB-EB0D4DED173F}"/>
              </a:ext>
            </a:extLst>
          </p:cNvPr>
          <p:cNvSpPr/>
          <p:nvPr/>
        </p:nvSpPr>
        <p:spPr>
          <a:xfrm>
            <a:off x="1778596" y="728152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DC81DE9-1FC8-496A-1410-F72961CAE593}"/>
              </a:ext>
            </a:extLst>
          </p:cNvPr>
          <p:cNvCxnSpPr>
            <a:cxnSpLocks/>
          </p:cNvCxnSpPr>
          <p:nvPr/>
        </p:nvCxnSpPr>
        <p:spPr>
          <a:xfrm flipV="1">
            <a:off x="1888530" y="937551"/>
            <a:ext cx="0" cy="5962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F42022B3-5485-1FD7-73D2-23A6CAC20440}"/>
              </a:ext>
            </a:extLst>
          </p:cNvPr>
          <p:cNvSpPr/>
          <p:nvPr/>
        </p:nvSpPr>
        <p:spPr>
          <a:xfrm>
            <a:off x="973261" y="6013327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3DB8E33-6B19-08F8-DD8F-B2930E856780}"/>
              </a:ext>
            </a:extLst>
          </p:cNvPr>
          <p:cNvCxnSpPr>
            <a:cxnSpLocks/>
          </p:cNvCxnSpPr>
          <p:nvPr/>
        </p:nvCxnSpPr>
        <p:spPr>
          <a:xfrm flipV="1">
            <a:off x="1081261" y="5411667"/>
            <a:ext cx="0" cy="60166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FBD2CF19-A9C9-42A1-D35B-2859A08548A7}"/>
              </a:ext>
            </a:extLst>
          </p:cNvPr>
          <p:cNvSpPr/>
          <p:nvPr/>
        </p:nvSpPr>
        <p:spPr>
          <a:xfrm>
            <a:off x="1920562" y="6013327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38EA2FBF-DB5A-5DF2-EAE5-D7E98C6904DF}"/>
              </a:ext>
            </a:extLst>
          </p:cNvPr>
          <p:cNvCxnSpPr>
            <a:cxnSpLocks/>
          </p:cNvCxnSpPr>
          <p:nvPr/>
        </p:nvCxnSpPr>
        <p:spPr>
          <a:xfrm flipV="1">
            <a:off x="2016750" y="5417042"/>
            <a:ext cx="0" cy="5962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BBFFA5FE-9245-6112-E092-D3B2CBE50303}"/>
              </a:ext>
            </a:extLst>
          </p:cNvPr>
          <p:cNvSpPr/>
          <p:nvPr/>
        </p:nvSpPr>
        <p:spPr>
          <a:xfrm>
            <a:off x="1396546" y="6013327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8522F4D-D444-5A7D-D851-D10B1A8035E3}"/>
              </a:ext>
            </a:extLst>
          </p:cNvPr>
          <p:cNvCxnSpPr>
            <a:cxnSpLocks/>
          </p:cNvCxnSpPr>
          <p:nvPr/>
        </p:nvCxnSpPr>
        <p:spPr>
          <a:xfrm flipV="1">
            <a:off x="1504546" y="5411667"/>
            <a:ext cx="0" cy="60166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id="{7AA72BA9-AE54-458F-DE81-E33D24A24741}"/>
              </a:ext>
            </a:extLst>
          </p:cNvPr>
          <p:cNvSpPr/>
          <p:nvPr/>
        </p:nvSpPr>
        <p:spPr>
          <a:xfrm>
            <a:off x="2847647" y="3106443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7806330-0B2C-4E33-E5F6-D247576473B9}"/>
              </a:ext>
            </a:extLst>
          </p:cNvPr>
          <p:cNvCxnSpPr>
            <a:cxnSpLocks/>
          </p:cNvCxnSpPr>
          <p:nvPr/>
        </p:nvCxnSpPr>
        <p:spPr>
          <a:xfrm>
            <a:off x="8941568" y="3106443"/>
            <a:ext cx="36050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F73F496-BD27-1BB7-7D0A-70FDC057E17A}"/>
              </a:ext>
            </a:extLst>
          </p:cNvPr>
          <p:cNvSpPr txBox="1"/>
          <p:nvPr/>
        </p:nvSpPr>
        <p:spPr>
          <a:xfrm>
            <a:off x="857492" y="430645"/>
            <a:ext cx="582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Name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53128D-43BD-9D24-62B5-0C0F46BA43E8}"/>
              </a:ext>
            </a:extLst>
          </p:cNvPr>
          <p:cNvSpPr txBox="1"/>
          <p:nvPr/>
        </p:nvSpPr>
        <p:spPr>
          <a:xfrm>
            <a:off x="1428163" y="444616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Country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FEA60C-1852-7A80-ECDB-59D3CE7BF3A2}"/>
              </a:ext>
            </a:extLst>
          </p:cNvPr>
          <p:cNvSpPr txBox="1"/>
          <p:nvPr/>
        </p:nvSpPr>
        <p:spPr>
          <a:xfrm>
            <a:off x="2154790" y="2921426"/>
            <a:ext cx="7824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Bib number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ED143B-004A-8C70-B783-B18F806C7294}"/>
              </a:ext>
            </a:extLst>
          </p:cNvPr>
          <p:cNvSpPr txBox="1"/>
          <p:nvPr/>
        </p:nvSpPr>
        <p:spPr>
          <a:xfrm>
            <a:off x="2345032" y="3423715"/>
            <a:ext cx="582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Name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9587899-7C53-7743-2CFB-C28BFAAE0A43}"/>
              </a:ext>
            </a:extLst>
          </p:cNvPr>
          <p:cNvSpPr txBox="1"/>
          <p:nvPr/>
        </p:nvSpPr>
        <p:spPr>
          <a:xfrm>
            <a:off x="771996" y="6224167"/>
            <a:ext cx="582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IOC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5184CE-2EA1-6A64-2C0B-C9EEE50AD79B}"/>
              </a:ext>
            </a:extLst>
          </p:cNvPr>
          <p:cNvSpPr txBox="1"/>
          <p:nvPr/>
        </p:nvSpPr>
        <p:spPr>
          <a:xfrm>
            <a:off x="1226740" y="6224166"/>
            <a:ext cx="582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Name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117062-1155-096A-99F2-1EF85DAF1CAE}"/>
              </a:ext>
            </a:extLst>
          </p:cNvPr>
          <p:cNvSpPr txBox="1"/>
          <p:nvPr/>
        </p:nvSpPr>
        <p:spPr>
          <a:xfrm>
            <a:off x="1612548" y="6224165"/>
            <a:ext cx="859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Region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D66F5A4-B56D-4666-2468-A628A9132137}"/>
              </a:ext>
            </a:extLst>
          </p:cNvPr>
          <p:cNvSpPr txBox="1"/>
          <p:nvPr/>
        </p:nvSpPr>
        <p:spPr>
          <a:xfrm>
            <a:off x="1955170" y="3770999"/>
            <a:ext cx="10038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Date of birth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F9F72D2-F855-1552-DAE3-F3C37E8F9AB9}"/>
              </a:ext>
            </a:extLst>
          </p:cNvPr>
          <p:cNvCxnSpPr>
            <a:cxnSpLocks/>
          </p:cNvCxnSpPr>
          <p:nvPr/>
        </p:nvCxnSpPr>
        <p:spPr>
          <a:xfrm>
            <a:off x="3045233" y="3215886"/>
            <a:ext cx="44374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09B1E957-769E-2FE9-DF97-64BA7F8623B5}"/>
              </a:ext>
            </a:extLst>
          </p:cNvPr>
          <p:cNvSpPr/>
          <p:nvPr/>
        </p:nvSpPr>
        <p:spPr>
          <a:xfrm>
            <a:off x="9520535" y="3419422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1E449E5-394D-D276-EDF0-6F29F5B52B9E}"/>
              </a:ext>
            </a:extLst>
          </p:cNvPr>
          <p:cNvSpPr txBox="1"/>
          <p:nvPr/>
        </p:nvSpPr>
        <p:spPr>
          <a:xfrm>
            <a:off x="9083712" y="2766175"/>
            <a:ext cx="582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Day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F62E705-E360-3B89-B5E6-0A3FBBF9D27C}"/>
              </a:ext>
            </a:extLst>
          </p:cNvPr>
          <p:cNvSpPr txBox="1"/>
          <p:nvPr/>
        </p:nvSpPr>
        <p:spPr>
          <a:xfrm>
            <a:off x="9590759" y="3392331"/>
            <a:ext cx="859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Length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2EA92793-BA1B-F7E2-CA8D-B5B4EF68CB96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10927152" y="773513"/>
            <a:ext cx="10904" cy="6345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D6238365-60DD-59AA-9304-A0A0057D8406}"/>
              </a:ext>
            </a:extLst>
          </p:cNvPr>
          <p:cNvSpPr/>
          <p:nvPr/>
        </p:nvSpPr>
        <p:spPr>
          <a:xfrm>
            <a:off x="10830056" y="601174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A48B782-7FF7-250F-8E13-C69CF7F6350E}"/>
              </a:ext>
            </a:extLst>
          </p:cNvPr>
          <p:cNvSpPr txBox="1"/>
          <p:nvPr/>
        </p:nvSpPr>
        <p:spPr>
          <a:xfrm>
            <a:off x="10513461" y="290860"/>
            <a:ext cx="8491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Type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F2649528-66F5-C8AB-1143-9D54D592D440}"/>
              </a:ext>
            </a:extLst>
          </p:cNvPr>
          <p:cNvSpPr/>
          <p:nvPr/>
        </p:nvSpPr>
        <p:spPr>
          <a:xfrm>
            <a:off x="10812411" y="5809635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8FEDEA-CFFB-BB87-DAAE-69740A2344E8}"/>
              </a:ext>
            </a:extLst>
          </p:cNvPr>
          <p:cNvSpPr txBox="1"/>
          <p:nvPr/>
        </p:nvSpPr>
        <p:spPr>
          <a:xfrm>
            <a:off x="10513459" y="6034010"/>
            <a:ext cx="7824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Name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C9BFC17F-2676-D895-6FAE-B61B01312819}"/>
              </a:ext>
            </a:extLst>
          </p:cNvPr>
          <p:cNvCxnSpPr>
            <a:cxnSpLocks/>
          </p:cNvCxnSpPr>
          <p:nvPr/>
        </p:nvCxnSpPr>
        <p:spPr>
          <a:xfrm flipV="1">
            <a:off x="10888624" y="5234326"/>
            <a:ext cx="0" cy="60166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1FB3B25-4E0E-6261-33EA-654DC1BE2DA4}"/>
              </a:ext>
            </a:extLst>
          </p:cNvPr>
          <p:cNvGrpSpPr/>
          <p:nvPr/>
        </p:nvGrpSpPr>
        <p:grpSpPr>
          <a:xfrm>
            <a:off x="5282760" y="1260302"/>
            <a:ext cx="1800000" cy="900000"/>
            <a:chOff x="3074504" y="1020417"/>
            <a:chExt cx="1260000" cy="468000"/>
          </a:xfrm>
        </p:grpSpPr>
        <p:sp>
          <p:nvSpPr>
            <p:cNvPr id="83" name="Diamond 82">
              <a:extLst>
                <a:ext uri="{FF2B5EF4-FFF2-40B4-BE49-F238E27FC236}">
                  <a16:creationId xmlns:a16="http://schemas.microsoft.com/office/drawing/2014/main" id="{BA0AFF5B-39D0-B424-272B-0634790072B3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53A9C5EE-688D-CD7E-BA93-A38B4B399B30}"/>
                </a:ext>
              </a:extLst>
            </p:cNvPr>
            <p:cNvSpPr txBox="1"/>
            <p:nvPr/>
          </p:nvSpPr>
          <p:spPr>
            <a:xfrm>
              <a:off x="3404248" y="1163645"/>
              <a:ext cx="600550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Result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C96391C-A0E1-D687-181E-052F3CE8A362}"/>
              </a:ext>
            </a:extLst>
          </p:cNvPr>
          <p:cNvGrpSpPr/>
          <p:nvPr/>
        </p:nvGrpSpPr>
        <p:grpSpPr>
          <a:xfrm>
            <a:off x="617845" y="2979000"/>
            <a:ext cx="1800000" cy="900000"/>
            <a:chOff x="3074504" y="1020417"/>
            <a:chExt cx="1260000" cy="468000"/>
          </a:xfrm>
        </p:grpSpPr>
        <p:sp>
          <p:nvSpPr>
            <p:cNvPr id="87" name="Diamond 86">
              <a:extLst>
                <a:ext uri="{FF2B5EF4-FFF2-40B4-BE49-F238E27FC236}">
                  <a16:creationId xmlns:a16="http://schemas.microsoft.com/office/drawing/2014/main" id="{20B81CCF-66C6-92EC-76E8-0ECD9BCCD74C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727F32C8-223D-DD08-80AF-9A424C464DDE}"/>
                </a:ext>
              </a:extLst>
            </p:cNvPr>
            <p:cNvSpPr txBox="1"/>
            <p:nvPr/>
          </p:nvSpPr>
          <p:spPr>
            <a:xfrm>
              <a:off x="3247160" y="1163645"/>
              <a:ext cx="91473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belongs to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76BE806-71B9-742D-B186-B0D4B9720A7A}"/>
              </a:ext>
            </a:extLst>
          </p:cNvPr>
          <p:cNvGrpSpPr/>
          <p:nvPr/>
        </p:nvGrpSpPr>
        <p:grpSpPr>
          <a:xfrm>
            <a:off x="3199063" y="1493390"/>
            <a:ext cx="1800000" cy="900000"/>
            <a:chOff x="3074504" y="1020417"/>
            <a:chExt cx="1260000" cy="468000"/>
          </a:xfrm>
        </p:grpSpPr>
        <p:sp>
          <p:nvSpPr>
            <p:cNvPr id="90" name="Diamond 89">
              <a:extLst>
                <a:ext uri="{FF2B5EF4-FFF2-40B4-BE49-F238E27FC236}">
                  <a16:creationId xmlns:a16="http://schemas.microsoft.com/office/drawing/2014/main" id="{5920C1C7-83CB-B374-2258-841FC3848020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481E2C5-11F6-0A8C-FB7D-B069BAB71C8F}"/>
                </a:ext>
              </a:extLst>
            </p:cNvPr>
            <p:cNvSpPr txBox="1"/>
            <p:nvPr/>
          </p:nvSpPr>
          <p:spPr>
            <a:xfrm>
              <a:off x="3286430" y="1163645"/>
              <a:ext cx="836191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rides for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A798BCA0-7492-EEBC-79EC-F5EE01C74453}"/>
              </a:ext>
            </a:extLst>
          </p:cNvPr>
          <p:cNvGrpSpPr/>
          <p:nvPr/>
        </p:nvGrpSpPr>
        <p:grpSpPr>
          <a:xfrm>
            <a:off x="3211915" y="4525863"/>
            <a:ext cx="1800000" cy="900000"/>
            <a:chOff x="3074504" y="1020417"/>
            <a:chExt cx="1260000" cy="468000"/>
          </a:xfrm>
        </p:grpSpPr>
        <p:sp>
          <p:nvSpPr>
            <p:cNvPr id="93" name="Diamond 92">
              <a:extLst>
                <a:ext uri="{FF2B5EF4-FFF2-40B4-BE49-F238E27FC236}">
                  <a16:creationId xmlns:a16="http://schemas.microsoft.com/office/drawing/2014/main" id="{16861778-841A-457F-7A60-C9D1749CD581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C48AAFE-17CD-1CCF-DF0C-F3DCC3EB2B34}"/>
                </a:ext>
              </a:extLst>
            </p:cNvPr>
            <p:cNvSpPr txBox="1"/>
            <p:nvPr/>
          </p:nvSpPr>
          <p:spPr>
            <a:xfrm>
              <a:off x="3247156" y="1163645"/>
              <a:ext cx="91473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represents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F1E915EA-AECC-D06E-617B-8D2E7AB6B64C}"/>
              </a:ext>
            </a:extLst>
          </p:cNvPr>
          <p:cNvCxnSpPr>
            <a:cxnSpLocks/>
          </p:cNvCxnSpPr>
          <p:nvPr/>
        </p:nvCxnSpPr>
        <p:spPr>
          <a:xfrm>
            <a:off x="8943714" y="3532243"/>
            <a:ext cx="576821" cy="77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73E43F33-0F0D-3F45-68B3-1FDD02B71092}"/>
              </a:ext>
            </a:extLst>
          </p:cNvPr>
          <p:cNvCxnSpPr>
            <a:cxnSpLocks/>
          </p:cNvCxnSpPr>
          <p:nvPr/>
        </p:nvCxnSpPr>
        <p:spPr>
          <a:xfrm>
            <a:off x="3045234" y="3570586"/>
            <a:ext cx="44374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6285EBB-8F6D-6A28-4179-1A63393B7A2A}"/>
              </a:ext>
            </a:extLst>
          </p:cNvPr>
          <p:cNvCxnSpPr>
            <a:cxnSpLocks/>
          </p:cNvCxnSpPr>
          <p:nvPr/>
        </p:nvCxnSpPr>
        <p:spPr>
          <a:xfrm>
            <a:off x="3045233" y="3879000"/>
            <a:ext cx="44374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Oval 104">
            <a:extLst>
              <a:ext uri="{FF2B5EF4-FFF2-40B4-BE49-F238E27FC236}">
                <a16:creationId xmlns:a16="http://schemas.microsoft.com/office/drawing/2014/main" id="{65238737-A027-6E91-E41B-8C8A42E34211}"/>
              </a:ext>
            </a:extLst>
          </p:cNvPr>
          <p:cNvSpPr/>
          <p:nvPr/>
        </p:nvSpPr>
        <p:spPr>
          <a:xfrm>
            <a:off x="2829234" y="3453330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B6DF85CE-51A6-D7A3-CCE9-C41241BC2853}"/>
              </a:ext>
            </a:extLst>
          </p:cNvPr>
          <p:cNvSpPr/>
          <p:nvPr/>
        </p:nvSpPr>
        <p:spPr>
          <a:xfrm>
            <a:off x="2846400" y="3771000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3413525-9A3B-97C0-FDC1-907EBD35564E}"/>
              </a:ext>
            </a:extLst>
          </p:cNvPr>
          <p:cNvGrpSpPr/>
          <p:nvPr/>
        </p:nvGrpSpPr>
        <p:grpSpPr>
          <a:xfrm>
            <a:off x="7413714" y="4364574"/>
            <a:ext cx="1800000" cy="900000"/>
            <a:chOff x="3074504" y="1020417"/>
            <a:chExt cx="1260000" cy="468000"/>
          </a:xfrm>
        </p:grpSpPr>
        <p:sp>
          <p:nvSpPr>
            <p:cNvPr id="109" name="Diamond 108">
              <a:extLst>
                <a:ext uri="{FF2B5EF4-FFF2-40B4-BE49-F238E27FC236}">
                  <a16:creationId xmlns:a16="http://schemas.microsoft.com/office/drawing/2014/main" id="{2314C318-B461-6D08-7E6B-DF6B2F38D9FC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14B8654-C9F5-3AC2-9BFC-8E855716207A}"/>
                </a:ext>
              </a:extLst>
            </p:cNvPr>
            <p:cNvSpPr txBox="1"/>
            <p:nvPr/>
          </p:nvSpPr>
          <p:spPr>
            <a:xfrm>
              <a:off x="3286430" y="1163645"/>
              <a:ext cx="836191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starts at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1EBF2F8-C2A7-F075-CC12-A6C08EDBA85D}"/>
              </a:ext>
            </a:extLst>
          </p:cNvPr>
          <p:cNvGrpSpPr/>
          <p:nvPr/>
        </p:nvGrpSpPr>
        <p:grpSpPr>
          <a:xfrm>
            <a:off x="7413714" y="1405959"/>
            <a:ext cx="1800000" cy="900000"/>
            <a:chOff x="3074504" y="1020417"/>
            <a:chExt cx="1260000" cy="468000"/>
          </a:xfrm>
        </p:grpSpPr>
        <p:sp>
          <p:nvSpPr>
            <p:cNvPr id="115" name="Diamond 114">
              <a:extLst>
                <a:ext uri="{FF2B5EF4-FFF2-40B4-BE49-F238E27FC236}">
                  <a16:creationId xmlns:a16="http://schemas.microsoft.com/office/drawing/2014/main" id="{A307B5F4-F830-ED6B-6A4F-B8AD4455B0C0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7862BDE1-D3EC-5519-8759-746EB6DF78D6}"/>
                </a:ext>
              </a:extLst>
            </p:cNvPr>
            <p:cNvSpPr txBox="1"/>
            <p:nvPr/>
          </p:nvSpPr>
          <p:spPr>
            <a:xfrm>
              <a:off x="3325703" y="1163645"/>
              <a:ext cx="757644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has type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181ECD04-8D8C-9FE1-2991-AAE87A765FFD}"/>
              </a:ext>
            </a:extLst>
          </p:cNvPr>
          <p:cNvGrpSpPr/>
          <p:nvPr/>
        </p:nvGrpSpPr>
        <p:grpSpPr>
          <a:xfrm>
            <a:off x="10020411" y="2869896"/>
            <a:ext cx="1800000" cy="900000"/>
            <a:chOff x="3074504" y="1020417"/>
            <a:chExt cx="1260000" cy="468000"/>
          </a:xfrm>
        </p:grpSpPr>
        <p:sp>
          <p:nvSpPr>
            <p:cNvPr id="118" name="Diamond 117">
              <a:extLst>
                <a:ext uri="{FF2B5EF4-FFF2-40B4-BE49-F238E27FC236}">
                  <a16:creationId xmlns:a16="http://schemas.microsoft.com/office/drawing/2014/main" id="{7F014F85-FD13-9684-05D5-7DB6FE14F8AD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D5DC20E-C70C-31A7-06AB-7AE93A3FA7EC}"/>
                </a:ext>
              </a:extLst>
            </p:cNvPr>
            <p:cNvSpPr txBox="1"/>
            <p:nvPr/>
          </p:nvSpPr>
          <p:spPr>
            <a:xfrm>
              <a:off x="3364979" y="1163645"/>
              <a:ext cx="679096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ends at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83282AFA-420F-5DC6-AF89-5F68B14355C7}"/>
              </a:ext>
            </a:extLst>
          </p:cNvPr>
          <p:cNvCxnSpPr>
            <a:cxnSpLocks/>
            <a:stCxn id="118" idx="1"/>
          </p:cNvCxnSpPr>
          <p:nvPr/>
        </p:nvCxnSpPr>
        <p:spPr>
          <a:xfrm flipH="1">
            <a:off x="8954673" y="3319896"/>
            <a:ext cx="1065738" cy="106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BB26ABEF-2CA6-B0D8-8B4E-E351EF26558B}"/>
              </a:ext>
            </a:extLst>
          </p:cNvPr>
          <p:cNvCxnSpPr>
            <a:cxnSpLocks/>
            <a:stCxn id="118" idx="2"/>
            <a:endCxn id="22" idx="0"/>
          </p:cNvCxnSpPr>
          <p:nvPr/>
        </p:nvCxnSpPr>
        <p:spPr>
          <a:xfrm>
            <a:off x="10920411" y="3769896"/>
            <a:ext cx="12852" cy="5765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0F9D1F46-F976-359B-EB9A-F02A79B4D9A0}"/>
              </a:ext>
            </a:extLst>
          </p:cNvPr>
          <p:cNvCxnSpPr>
            <a:cxnSpLocks/>
            <a:stCxn id="13" idx="2"/>
            <a:endCxn id="109" idx="0"/>
          </p:cNvCxnSpPr>
          <p:nvPr/>
        </p:nvCxnSpPr>
        <p:spPr>
          <a:xfrm>
            <a:off x="8313714" y="3969633"/>
            <a:ext cx="0" cy="3949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DB5F3408-443C-7284-F036-DFB65CD5A853}"/>
              </a:ext>
            </a:extLst>
          </p:cNvPr>
          <p:cNvCxnSpPr>
            <a:cxnSpLocks/>
            <a:stCxn id="22" idx="1"/>
            <a:endCxn id="109" idx="3"/>
          </p:cNvCxnSpPr>
          <p:nvPr/>
        </p:nvCxnSpPr>
        <p:spPr>
          <a:xfrm flipH="1">
            <a:off x="9213714" y="4796399"/>
            <a:ext cx="1089549" cy="181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93A2810-726C-C621-5FC7-E6C79D845334}"/>
              </a:ext>
            </a:extLst>
          </p:cNvPr>
          <p:cNvCxnSpPr>
            <a:cxnSpLocks/>
            <a:stCxn id="115" idx="2"/>
            <a:endCxn id="13" idx="0"/>
          </p:cNvCxnSpPr>
          <p:nvPr/>
        </p:nvCxnSpPr>
        <p:spPr>
          <a:xfrm>
            <a:off x="8313714" y="2305959"/>
            <a:ext cx="0" cy="7636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A916E7B-B342-EB4D-F47A-C2AE404F202C}"/>
              </a:ext>
            </a:extLst>
          </p:cNvPr>
          <p:cNvCxnSpPr>
            <a:cxnSpLocks/>
            <a:stCxn id="20" idx="1"/>
            <a:endCxn id="115" idx="3"/>
          </p:cNvCxnSpPr>
          <p:nvPr/>
        </p:nvCxnSpPr>
        <p:spPr>
          <a:xfrm flipH="1">
            <a:off x="9213714" y="1828426"/>
            <a:ext cx="1060084" cy="275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1F665E3F-977F-44E7-803D-9AFAB22A0271}"/>
              </a:ext>
            </a:extLst>
          </p:cNvPr>
          <p:cNvCxnSpPr>
            <a:cxnSpLocks/>
            <a:stCxn id="10" idx="3"/>
            <a:endCxn id="93" idx="1"/>
          </p:cNvCxnSpPr>
          <p:nvPr/>
        </p:nvCxnSpPr>
        <p:spPr>
          <a:xfrm>
            <a:off x="2173465" y="4967040"/>
            <a:ext cx="1038450" cy="88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18475CBC-4E6B-6D94-9CBB-A3C7B9E2A845}"/>
              </a:ext>
            </a:extLst>
          </p:cNvPr>
          <p:cNvCxnSpPr>
            <a:cxnSpLocks/>
            <a:stCxn id="16" idx="2"/>
            <a:endCxn id="93" idx="0"/>
          </p:cNvCxnSpPr>
          <p:nvPr/>
        </p:nvCxnSpPr>
        <p:spPr>
          <a:xfrm>
            <a:off x="4111070" y="3969633"/>
            <a:ext cx="845" cy="5562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41595D85-51B1-879E-67B9-1ECD83CCF254}"/>
              </a:ext>
            </a:extLst>
          </p:cNvPr>
          <p:cNvCxnSpPr>
            <a:cxnSpLocks/>
            <a:stCxn id="5" idx="3"/>
            <a:endCxn id="90" idx="1"/>
          </p:cNvCxnSpPr>
          <p:nvPr/>
        </p:nvCxnSpPr>
        <p:spPr>
          <a:xfrm flipV="1">
            <a:off x="2173465" y="1943390"/>
            <a:ext cx="1025598" cy="4044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56E7E93F-BFEC-D455-77F1-50B01DB354FF}"/>
              </a:ext>
            </a:extLst>
          </p:cNvPr>
          <p:cNvCxnSpPr>
            <a:cxnSpLocks/>
            <a:stCxn id="90" idx="2"/>
            <a:endCxn id="16" idx="0"/>
          </p:cNvCxnSpPr>
          <p:nvPr/>
        </p:nvCxnSpPr>
        <p:spPr>
          <a:xfrm>
            <a:off x="4099063" y="2393390"/>
            <a:ext cx="12007" cy="6762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2DE20727-0AD0-7D89-F5AE-F4E72D5A9218}"/>
              </a:ext>
            </a:extLst>
          </p:cNvPr>
          <p:cNvCxnSpPr>
            <a:cxnSpLocks/>
            <a:stCxn id="5" idx="2"/>
            <a:endCxn id="87" idx="0"/>
          </p:cNvCxnSpPr>
          <p:nvPr/>
        </p:nvCxnSpPr>
        <p:spPr>
          <a:xfrm flipH="1">
            <a:off x="1517845" y="2433836"/>
            <a:ext cx="25620" cy="5451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6E1A93DF-BF8B-5C0A-C709-D26AE4AFA451}"/>
              </a:ext>
            </a:extLst>
          </p:cNvPr>
          <p:cNvCxnSpPr>
            <a:cxnSpLocks/>
            <a:stCxn id="87" idx="2"/>
            <a:endCxn id="10" idx="0"/>
          </p:cNvCxnSpPr>
          <p:nvPr/>
        </p:nvCxnSpPr>
        <p:spPr>
          <a:xfrm>
            <a:off x="1517845" y="3879000"/>
            <a:ext cx="25620" cy="6380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E2A34572-A290-6E94-BC3C-274078856054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4562204" y="1710302"/>
            <a:ext cx="720556" cy="13557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018AEE0E-5AD5-7F7E-CF17-8448AD82CCAB}"/>
              </a:ext>
            </a:extLst>
          </p:cNvPr>
          <p:cNvCxnSpPr>
            <a:cxnSpLocks/>
            <a:stCxn id="83" idx="3"/>
          </p:cNvCxnSpPr>
          <p:nvPr/>
        </p:nvCxnSpPr>
        <p:spPr>
          <a:xfrm>
            <a:off x="7082760" y="1710302"/>
            <a:ext cx="748907" cy="13557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5E9E852-A1A5-A963-0B75-759B1A8CFC7C}"/>
              </a:ext>
            </a:extLst>
          </p:cNvPr>
          <p:cNvGrpSpPr/>
          <p:nvPr/>
        </p:nvGrpSpPr>
        <p:grpSpPr>
          <a:xfrm>
            <a:off x="5282760" y="5963384"/>
            <a:ext cx="1800000" cy="900000"/>
            <a:chOff x="3074504" y="1020417"/>
            <a:chExt cx="1260000" cy="468000"/>
          </a:xfrm>
        </p:grpSpPr>
        <p:sp>
          <p:nvSpPr>
            <p:cNvPr id="168" name="Diamond 167">
              <a:extLst>
                <a:ext uri="{FF2B5EF4-FFF2-40B4-BE49-F238E27FC236}">
                  <a16:creationId xmlns:a16="http://schemas.microsoft.com/office/drawing/2014/main" id="{0568D1C2-91C7-068A-8AF4-249A0669D379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DFC3D1A3-D612-BE61-588B-EA8043B2ECB1}"/>
                </a:ext>
              </a:extLst>
            </p:cNvPr>
            <p:cNvSpPr txBox="1"/>
            <p:nvPr/>
          </p:nvSpPr>
          <p:spPr>
            <a:xfrm>
              <a:off x="3247160" y="1163645"/>
              <a:ext cx="91473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located in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66C0C863-3EC6-1FF5-4C73-A445011E6323}"/>
              </a:ext>
            </a:extLst>
          </p:cNvPr>
          <p:cNvCxnSpPr>
            <a:cxnSpLocks/>
            <a:endCxn id="168" idx="3"/>
          </p:cNvCxnSpPr>
          <p:nvPr/>
        </p:nvCxnSpPr>
        <p:spPr>
          <a:xfrm flipH="1">
            <a:off x="7082760" y="5244268"/>
            <a:ext cx="3220503" cy="11691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EC0D464-2587-144D-CFBA-7108649A840C}"/>
              </a:ext>
            </a:extLst>
          </p:cNvPr>
          <p:cNvCxnSpPr>
            <a:cxnSpLocks/>
            <a:stCxn id="168" idx="1"/>
          </p:cNvCxnSpPr>
          <p:nvPr/>
        </p:nvCxnSpPr>
        <p:spPr>
          <a:xfrm flipH="1" flipV="1">
            <a:off x="2173465" y="5411667"/>
            <a:ext cx="3109295" cy="10017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46C765F9-C6B4-0C46-62A8-14600E2F762D}"/>
              </a:ext>
            </a:extLst>
          </p:cNvPr>
          <p:cNvGrpSpPr/>
          <p:nvPr/>
        </p:nvGrpSpPr>
        <p:grpSpPr>
          <a:xfrm>
            <a:off x="5305110" y="2608535"/>
            <a:ext cx="1800000" cy="900000"/>
            <a:chOff x="3074504" y="1020417"/>
            <a:chExt cx="1260000" cy="468000"/>
          </a:xfrm>
        </p:grpSpPr>
        <p:sp>
          <p:nvSpPr>
            <p:cNvPr id="178" name="Diamond 177">
              <a:extLst>
                <a:ext uri="{FF2B5EF4-FFF2-40B4-BE49-F238E27FC236}">
                  <a16:creationId xmlns:a16="http://schemas.microsoft.com/office/drawing/2014/main" id="{BEF58F22-76AE-085B-A2F1-88E294A4541C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7F78B6C4-5EDB-E04C-B7BD-531EA8B41942}"/>
                </a:ext>
              </a:extLst>
            </p:cNvPr>
            <p:cNvSpPr txBox="1"/>
            <p:nvPr/>
          </p:nvSpPr>
          <p:spPr>
            <a:xfrm>
              <a:off x="3482797" y="1163645"/>
              <a:ext cx="443456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exit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6243D4A1-C10F-EE1F-6FAE-AB5C56789F39}"/>
              </a:ext>
            </a:extLst>
          </p:cNvPr>
          <p:cNvCxnSpPr>
            <a:cxnSpLocks/>
            <a:endCxn id="178" idx="1"/>
          </p:cNvCxnSpPr>
          <p:nvPr/>
        </p:nvCxnSpPr>
        <p:spPr>
          <a:xfrm flipV="1">
            <a:off x="4741070" y="3058535"/>
            <a:ext cx="564040" cy="3387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719DD91F-5A8A-48A7-5479-E37B676271D1}"/>
              </a:ext>
            </a:extLst>
          </p:cNvPr>
          <p:cNvCxnSpPr>
            <a:cxnSpLocks/>
            <a:stCxn id="178" idx="3"/>
          </p:cNvCxnSpPr>
          <p:nvPr/>
        </p:nvCxnSpPr>
        <p:spPr>
          <a:xfrm>
            <a:off x="7105110" y="3058535"/>
            <a:ext cx="578390" cy="2639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2096F392-CE23-2065-0635-8089EA96D7FA}"/>
              </a:ext>
            </a:extLst>
          </p:cNvPr>
          <p:cNvCxnSpPr>
            <a:cxnSpLocks/>
          </p:cNvCxnSpPr>
          <p:nvPr/>
        </p:nvCxnSpPr>
        <p:spPr>
          <a:xfrm>
            <a:off x="6206043" y="3512176"/>
            <a:ext cx="0" cy="3770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6CEF4685-60CA-1569-2D7A-E4ABEAF43EE1}"/>
              </a:ext>
            </a:extLst>
          </p:cNvPr>
          <p:cNvSpPr txBox="1"/>
          <p:nvPr/>
        </p:nvSpPr>
        <p:spPr>
          <a:xfrm>
            <a:off x="9590759" y="3680235"/>
            <a:ext cx="859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Stage Number</a:t>
            </a:r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2139AAE-E835-3F7F-78AD-F17B2D05E435}"/>
              </a:ext>
            </a:extLst>
          </p:cNvPr>
          <p:cNvCxnSpPr>
            <a:cxnSpLocks/>
          </p:cNvCxnSpPr>
          <p:nvPr/>
        </p:nvCxnSpPr>
        <p:spPr>
          <a:xfrm flipV="1">
            <a:off x="6900863" y="721615"/>
            <a:ext cx="45058" cy="905573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Oval 200">
            <a:extLst>
              <a:ext uri="{FF2B5EF4-FFF2-40B4-BE49-F238E27FC236}">
                <a16:creationId xmlns:a16="http://schemas.microsoft.com/office/drawing/2014/main" id="{ED161F6F-650F-4233-1F44-2DD8AA49D406}"/>
              </a:ext>
            </a:extLst>
          </p:cNvPr>
          <p:cNvSpPr/>
          <p:nvPr/>
        </p:nvSpPr>
        <p:spPr>
          <a:xfrm>
            <a:off x="6828847" y="505615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8A2EEDAF-F3D4-2B19-3562-365EC82A4A10}"/>
              </a:ext>
            </a:extLst>
          </p:cNvPr>
          <p:cNvSpPr txBox="1"/>
          <p:nvPr/>
        </p:nvSpPr>
        <p:spPr>
          <a:xfrm>
            <a:off x="6661386" y="60027"/>
            <a:ext cx="1319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Accumulated adjusted time</a:t>
            </a:r>
          </a:p>
        </p:txBody>
      </p: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9D5D9566-B204-842D-EF77-C545DBD54578}"/>
              </a:ext>
            </a:extLst>
          </p:cNvPr>
          <p:cNvCxnSpPr>
            <a:cxnSpLocks/>
          </p:cNvCxnSpPr>
          <p:nvPr/>
        </p:nvCxnSpPr>
        <p:spPr>
          <a:xfrm flipH="1">
            <a:off x="6529448" y="700043"/>
            <a:ext cx="37895" cy="7302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>
            <a:extLst>
              <a:ext uri="{FF2B5EF4-FFF2-40B4-BE49-F238E27FC236}">
                <a16:creationId xmlns:a16="http://schemas.microsoft.com/office/drawing/2014/main" id="{9D9E08B3-D7EE-DAE0-7A2E-48AF6EFD3EAE}"/>
              </a:ext>
            </a:extLst>
          </p:cNvPr>
          <p:cNvSpPr/>
          <p:nvPr/>
        </p:nvSpPr>
        <p:spPr>
          <a:xfrm>
            <a:off x="6462731" y="475115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273AF8D7-2F56-D4A7-00E2-0AE06230DB61}"/>
              </a:ext>
            </a:extLst>
          </p:cNvPr>
          <p:cNvSpPr txBox="1"/>
          <p:nvPr/>
        </p:nvSpPr>
        <p:spPr>
          <a:xfrm>
            <a:off x="6060719" y="70992"/>
            <a:ext cx="9952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Total time</a:t>
            </a:r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01C5E7D-923C-92B3-6DDF-5E63F3489035}"/>
              </a:ext>
            </a:extLst>
          </p:cNvPr>
          <p:cNvCxnSpPr>
            <a:cxnSpLocks/>
            <a:stCxn id="210" idx="4"/>
            <a:endCxn id="83" idx="0"/>
          </p:cNvCxnSpPr>
          <p:nvPr/>
        </p:nvCxnSpPr>
        <p:spPr>
          <a:xfrm>
            <a:off x="6158240" y="606617"/>
            <a:ext cx="24520" cy="6536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Oval 209">
            <a:extLst>
              <a:ext uri="{FF2B5EF4-FFF2-40B4-BE49-F238E27FC236}">
                <a16:creationId xmlns:a16="http://schemas.microsoft.com/office/drawing/2014/main" id="{72FA7C0C-7C0A-D7D1-F0A3-BC682CFB0402}"/>
              </a:ext>
            </a:extLst>
          </p:cNvPr>
          <p:cNvSpPr/>
          <p:nvPr/>
        </p:nvSpPr>
        <p:spPr>
          <a:xfrm>
            <a:off x="6050240" y="390617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92F28901-F51A-21AC-8EA6-4D4B26404F8B}"/>
              </a:ext>
            </a:extLst>
          </p:cNvPr>
          <p:cNvSpPr txBox="1"/>
          <p:nvPr/>
        </p:nvSpPr>
        <p:spPr>
          <a:xfrm>
            <a:off x="5658333" y="174538"/>
            <a:ext cx="995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Rank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014E5100-DDF3-246D-CB24-C7CCB4A7DACD}"/>
              </a:ext>
            </a:extLst>
          </p:cNvPr>
          <p:cNvCxnSpPr>
            <a:cxnSpLocks/>
            <a:stCxn id="215" idx="4"/>
          </p:cNvCxnSpPr>
          <p:nvPr/>
        </p:nvCxnSpPr>
        <p:spPr>
          <a:xfrm>
            <a:off x="5673176" y="659312"/>
            <a:ext cx="119392" cy="798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Oval 214">
            <a:extLst>
              <a:ext uri="{FF2B5EF4-FFF2-40B4-BE49-F238E27FC236}">
                <a16:creationId xmlns:a16="http://schemas.microsoft.com/office/drawing/2014/main" id="{C529D8A5-D110-85A8-E6C4-2BFBED71A992}"/>
              </a:ext>
            </a:extLst>
          </p:cNvPr>
          <p:cNvSpPr/>
          <p:nvPr/>
        </p:nvSpPr>
        <p:spPr>
          <a:xfrm>
            <a:off x="5565176" y="443312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917DDFA-2448-DC25-AD94-2A3752EC0C45}"/>
              </a:ext>
            </a:extLst>
          </p:cNvPr>
          <p:cNvCxnSpPr>
            <a:cxnSpLocks/>
          </p:cNvCxnSpPr>
          <p:nvPr/>
        </p:nvCxnSpPr>
        <p:spPr>
          <a:xfrm>
            <a:off x="5249240" y="659312"/>
            <a:ext cx="193430" cy="9678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>
            <a:extLst>
              <a:ext uri="{FF2B5EF4-FFF2-40B4-BE49-F238E27FC236}">
                <a16:creationId xmlns:a16="http://schemas.microsoft.com/office/drawing/2014/main" id="{84B7BE11-E360-8A57-C5A5-45029A1BF9E3}"/>
              </a:ext>
            </a:extLst>
          </p:cNvPr>
          <p:cNvSpPr/>
          <p:nvPr/>
        </p:nvSpPr>
        <p:spPr>
          <a:xfrm>
            <a:off x="5129574" y="444616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D867CFB-12E0-AE15-BBBC-A3E1B824F5D6}"/>
              </a:ext>
            </a:extLst>
          </p:cNvPr>
          <p:cNvSpPr txBox="1"/>
          <p:nvPr/>
        </p:nvSpPr>
        <p:spPr>
          <a:xfrm>
            <a:off x="4621699" y="218337"/>
            <a:ext cx="9952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Bonus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C99BEACB-E839-C659-D654-D6F5013A700B}"/>
              </a:ext>
            </a:extLst>
          </p:cNvPr>
          <p:cNvSpPr txBox="1"/>
          <p:nvPr/>
        </p:nvSpPr>
        <p:spPr>
          <a:xfrm>
            <a:off x="5256649" y="208796"/>
            <a:ext cx="8033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Penalty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6B7B15B1-D139-9FFB-406C-2C93C9609CBE}"/>
              </a:ext>
            </a:extLst>
          </p:cNvPr>
          <p:cNvSpPr txBox="1"/>
          <p:nvPr/>
        </p:nvSpPr>
        <p:spPr>
          <a:xfrm>
            <a:off x="631084" y="2609289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(1, 1)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130253CF-3AB7-72E3-D00F-E272EF0B2DA9}"/>
              </a:ext>
            </a:extLst>
          </p:cNvPr>
          <p:cNvSpPr txBox="1"/>
          <p:nvPr/>
        </p:nvSpPr>
        <p:spPr>
          <a:xfrm>
            <a:off x="556176" y="4028603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4E0E2499-BA64-84F7-7CDD-740F50026EA2}"/>
              </a:ext>
            </a:extLst>
          </p:cNvPr>
          <p:cNvSpPr txBox="1"/>
          <p:nvPr/>
        </p:nvSpPr>
        <p:spPr>
          <a:xfrm>
            <a:off x="2292600" y="1457945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(1,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9A1C82B-C1D7-8150-4E36-48BEAFBF986B}"/>
              </a:ext>
            </a:extLst>
          </p:cNvPr>
          <p:cNvSpPr txBox="1"/>
          <p:nvPr/>
        </p:nvSpPr>
        <p:spPr>
          <a:xfrm>
            <a:off x="3316897" y="2476096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(1, 1)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DFDEE863-892B-DBEE-0EE5-4FA503982AE4}"/>
              </a:ext>
            </a:extLst>
          </p:cNvPr>
          <p:cNvSpPr txBox="1"/>
          <p:nvPr/>
        </p:nvSpPr>
        <p:spPr>
          <a:xfrm>
            <a:off x="2227829" y="4636822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E30F4005-FD41-BF33-BF35-2DEC2E993A8D}"/>
              </a:ext>
            </a:extLst>
          </p:cNvPr>
          <p:cNvSpPr txBox="1"/>
          <p:nvPr/>
        </p:nvSpPr>
        <p:spPr>
          <a:xfrm>
            <a:off x="3316896" y="4162739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40579091-165D-5FFE-9546-B43AD523AFF8}"/>
              </a:ext>
            </a:extLst>
          </p:cNvPr>
          <p:cNvSpPr txBox="1"/>
          <p:nvPr/>
        </p:nvSpPr>
        <p:spPr>
          <a:xfrm>
            <a:off x="9285321" y="1514797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6E6886D-0586-7FCB-1669-D3022F94F02B}"/>
              </a:ext>
            </a:extLst>
          </p:cNvPr>
          <p:cNvSpPr txBox="1"/>
          <p:nvPr/>
        </p:nvSpPr>
        <p:spPr>
          <a:xfrm>
            <a:off x="8204950" y="2507681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(1, 1)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07AF24F2-A7E9-B24B-06B5-6B7D489A95F1}"/>
              </a:ext>
            </a:extLst>
          </p:cNvPr>
          <p:cNvSpPr txBox="1"/>
          <p:nvPr/>
        </p:nvSpPr>
        <p:spPr>
          <a:xfrm>
            <a:off x="8158975" y="4076584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(1, 1)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427A58F-40C3-57A3-BF52-B8E40B0C3CDB}"/>
              </a:ext>
            </a:extLst>
          </p:cNvPr>
          <p:cNvSpPr txBox="1"/>
          <p:nvPr/>
        </p:nvSpPr>
        <p:spPr>
          <a:xfrm>
            <a:off x="9387628" y="3056914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(1, 1)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BC27880-86DC-341B-57A9-5BD57BACE830}"/>
              </a:ext>
            </a:extLst>
          </p:cNvPr>
          <p:cNvSpPr txBox="1"/>
          <p:nvPr/>
        </p:nvSpPr>
        <p:spPr>
          <a:xfrm>
            <a:off x="10903997" y="3955491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72BAE90C-B855-3501-0C43-C691AD2F1B64}"/>
              </a:ext>
            </a:extLst>
          </p:cNvPr>
          <p:cNvSpPr txBox="1"/>
          <p:nvPr/>
        </p:nvSpPr>
        <p:spPr>
          <a:xfrm>
            <a:off x="9207488" y="4490589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627930A7-D07E-7E08-9CB2-196683E1130A}"/>
              </a:ext>
            </a:extLst>
          </p:cNvPr>
          <p:cNvSpPr txBox="1"/>
          <p:nvPr/>
        </p:nvSpPr>
        <p:spPr>
          <a:xfrm>
            <a:off x="3132575" y="5950695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EB7562D6-1D04-2A34-501C-A29A189D6022}"/>
              </a:ext>
            </a:extLst>
          </p:cNvPr>
          <p:cNvSpPr txBox="1"/>
          <p:nvPr/>
        </p:nvSpPr>
        <p:spPr>
          <a:xfrm>
            <a:off x="8642732" y="5774025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(1, 1)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73DCC84F-F25C-1F05-271A-F93BA352788E}"/>
              </a:ext>
            </a:extLst>
          </p:cNvPr>
          <p:cNvSpPr txBox="1"/>
          <p:nvPr/>
        </p:nvSpPr>
        <p:spPr>
          <a:xfrm>
            <a:off x="4571411" y="3294464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50DA342E-B8A2-795C-C9EA-A581230A6BBF}"/>
              </a:ext>
            </a:extLst>
          </p:cNvPr>
          <p:cNvSpPr txBox="1"/>
          <p:nvPr/>
        </p:nvSpPr>
        <p:spPr>
          <a:xfrm>
            <a:off x="6935870" y="3231684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5B460A-EF5B-FA7B-3C6B-F58AC53B1475}"/>
              </a:ext>
            </a:extLst>
          </p:cNvPr>
          <p:cNvSpPr txBox="1"/>
          <p:nvPr/>
        </p:nvSpPr>
        <p:spPr>
          <a:xfrm>
            <a:off x="6693744" y="2249665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624ADC-CEA0-B3BA-851E-AF7AA5C48A5E}"/>
              </a:ext>
            </a:extLst>
          </p:cNvPr>
          <p:cNvSpPr txBox="1"/>
          <p:nvPr/>
        </p:nvSpPr>
        <p:spPr>
          <a:xfrm>
            <a:off x="4851755" y="2248870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57A58AB-E7CB-4999-3CE3-3AA23176FA66}"/>
              </a:ext>
            </a:extLst>
          </p:cNvPr>
          <p:cNvGrpSpPr/>
          <p:nvPr/>
        </p:nvGrpSpPr>
        <p:grpSpPr>
          <a:xfrm>
            <a:off x="5302027" y="3782790"/>
            <a:ext cx="1800000" cy="900000"/>
            <a:chOff x="3074504" y="1020417"/>
            <a:chExt cx="1260000" cy="468000"/>
          </a:xfrm>
        </p:grpSpPr>
        <p:sp>
          <p:nvSpPr>
            <p:cNvPr id="29" name="Diamond 28">
              <a:extLst>
                <a:ext uri="{FF2B5EF4-FFF2-40B4-BE49-F238E27FC236}">
                  <a16:creationId xmlns:a16="http://schemas.microsoft.com/office/drawing/2014/main" id="{0709C094-04A7-A2E2-C8A2-3A89DE89B448}"/>
                </a:ext>
              </a:extLst>
            </p:cNvPr>
            <p:cNvSpPr/>
            <p:nvPr/>
          </p:nvSpPr>
          <p:spPr>
            <a:xfrm>
              <a:off x="3074504" y="1020417"/>
              <a:ext cx="1260000" cy="468000"/>
            </a:xfrm>
            <a:prstGeom prst="diamond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sz="1600">
                <a:latin typeface="Arial Narrow" panose="020B0606020202030204" pitchFamily="34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282609E-ED7F-C76D-F05B-5DDC0217FCE9}"/>
                </a:ext>
              </a:extLst>
            </p:cNvPr>
            <p:cNvSpPr txBox="1"/>
            <p:nvPr/>
          </p:nvSpPr>
          <p:spPr>
            <a:xfrm>
              <a:off x="3522071" y="1163644"/>
              <a:ext cx="364908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has</a:t>
              </a:r>
              <a:endParaRPr lang="en-SG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61FE791-57E9-931B-EC2D-6524ED5D6022}"/>
              </a:ext>
            </a:extLst>
          </p:cNvPr>
          <p:cNvGrpSpPr/>
          <p:nvPr/>
        </p:nvGrpSpPr>
        <p:grpSpPr>
          <a:xfrm>
            <a:off x="5496553" y="5012525"/>
            <a:ext cx="1418979" cy="900000"/>
            <a:chOff x="2995045" y="1020417"/>
            <a:chExt cx="1418979" cy="467999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9D5A757E-C8FD-2AB2-5415-409115D16A6F}"/>
                </a:ext>
              </a:extLst>
            </p:cNvPr>
            <p:cNvSpPr/>
            <p:nvPr/>
          </p:nvSpPr>
          <p:spPr>
            <a:xfrm>
              <a:off x="3074504" y="1020417"/>
              <a:ext cx="1260000" cy="467999"/>
            </a:xfrm>
            <a:prstGeom prst="rect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SG" dirty="0">
                <a:latin typeface="Arial Narrow" panose="020B0606020202030204" pitchFamily="34" charset="0"/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FBCDD2FB-68A6-1CBB-F081-DB106FAB7B8C}"/>
                </a:ext>
              </a:extLst>
            </p:cNvPr>
            <p:cNvSpPr txBox="1"/>
            <p:nvPr/>
          </p:nvSpPr>
          <p:spPr>
            <a:xfrm>
              <a:off x="2995045" y="1151004"/>
              <a:ext cx="1418979" cy="17604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SG" sz="1600" dirty="0">
                  <a:latin typeface="Consolas" panose="020B0609020204030204" pitchFamily="49" charset="0"/>
                  <a:cs typeface="Consolas" panose="020B0609020204030204" pitchFamily="49" charset="0"/>
                </a:rPr>
                <a:t>Exit Reason</a:t>
              </a:r>
            </a:p>
          </p:txBody>
        </p:sp>
      </p:grp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FFDE8471-24DD-8040-5628-2E189774E0A2}"/>
              </a:ext>
            </a:extLst>
          </p:cNvPr>
          <p:cNvCxnSpPr>
            <a:cxnSpLocks/>
            <a:stCxn id="29" idx="2"/>
            <a:endCxn id="111" idx="0"/>
          </p:cNvCxnSpPr>
          <p:nvPr/>
        </p:nvCxnSpPr>
        <p:spPr>
          <a:xfrm>
            <a:off x="6202027" y="4682790"/>
            <a:ext cx="3985" cy="3297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79FC9660-EBB6-9425-5993-47303A9F6CF1}"/>
              </a:ext>
            </a:extLst>
          </p:cNvPr>
          <p:cNvSpPr txBox="1"/>
          <p:nvPr/>
        </p:nvSpPr>
        <p:spPr>
          <a:xfrm>
            <a:off x="6071013" y="3549627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(1, 1)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E3C1ADE7-F0B7-D695-4791-DB20440D4E7C}"/>
              </a:ext>
            </a:extLst>
          </p:cNvPr>
          <p:cNvSpPr txBox="1"/>
          <p:nvPr/>
        </p:nvSpPr>
        <p:spPr>
          <a:xfrm>
            <a:off x="6071013" y="4665485"/>
            <a:ext cx="9168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200" dirty="0">
                <a:latin typeface="Consolas" panose="020B0609020204030204" pitchFamily="49" charset="0"/>
              </a:rPr>
              <a:t>(0, N)</a:t>
            </a:r>
            <a:endParaRPr lang="en-SG" sz="1400" dirty="0">
              <a:latin typeface="Consolas" panose="020B0609020204030204" pitchFamily="49" charset="0"/>
            </a:endParaRPr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8E5CD71F-E2D7-FC6C-5CB8-943F876BE7CF}"/>
              </a:ext>
            </a:extLst>
          </p:cNvPr>
          <p:cNvSpPr/>
          <p:nvPr/>
        </p:nvSpPr>
        <p:spPr>
          <a:xfrm>
            <a:off x="9301018" y="3009792"/>
            <a:ext cx="216000" cy="216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A1536EA2-A1FD-E4B7-6259-3772C4DFADCA}"/>
              </a:ext>
            </a:extLst>
          </p:cNvPr>
          <p:cNvCxnSpPr>
            <a:cxnSpLocks/>
          </p:cNvCxnSpPr>
          <p:nvPr/>
        </p:nvCxnSpPr>
        <p:spPr>
          <a:xfrm>
            <a:off x="8943714" y="3842479"/>
            <a:ext cx="576821" cy="77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Oval 155">
            <a:extLst>
              <a:ext uri="{FF2B5EF4-FFF2-40B4-BE49-F238E27FC236}">
                <a16:creationId xmlns:a16="http://schemas.microsoft.com/office/drawing/2014/main" id="{3E2EC60A-6D1A-0488-A05B-357E550CA605}"/>
              </a:ext>
            </a:extLst>
          </p:cNvPr>
          <p:cNvSpPr/>
          <p:nvPr/>
        </p:nvSpPr>
        <p:spPr>
          <a:xfrm>
            <a:off x="9507524" y="3753893"/>
            <a:ext cx="216000" cy="216000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482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101</TotalTime>
  <Words>150</Words>
  <Application>Microsoft Office PowerPoint</Application>
  <PresentationFormat>Widescreen</PresentationFormat>
  <Paragraphs>55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Arial Narrow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 Kai Ler</dc:creator>
  <cp:lastModifiedBy>jovan teo</cp:lastModifiedBy>
  <cp:revision>2</cp:revision>
  <dcterms:created xsi:type="dcterms:W3CDTF">2026-02-16T16:37:50Z</dcterms:created>
  <dcterms:modified xsi:type="dcterms:W3CDTF">2026-02-19T16:51:08Z</dcterms:modified>
</cp:coreProperties>
</file>